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013200" y="2082800"/>
            <a:ext cx="1117600" cy="6604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b="true" i="false" u="none" sz="3600">
                <a:solidFill>
                  <a:srgbClr val="FFFFFF"/>
                </a:solidFill>
              </a:rPr>
              <a:t>项目汇报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949700" y="2730500"/>
            <a:ext cx="1244600" cy="3302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b="false" i="false" u="none" sz="1800">
                <a:solidFill>
                  <a:srgbClr val="99CCFF"/>
                </a:solidFill>
              </a:rPr>
              <a:t>2024年第四季度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b="true" i="false" u="none" sz="2800">
                <a:solidFill>
                  <a:srgbClr val="003366"/>
                </a:solidFill>
              </a:rPr>
              <a:t>项目进展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5000" y="1003300"/>
            <a:ext cx="7874000" cy="3632200"/>
            <a:chOff x="0" y="0"/>
            <a:chExt cx="7874000" cy="36322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7874000" cy="1041400"/>
            </a:xfrm>
            <a:prstGeom prst="roundRect">
              <a:avLst/>
            </a:prstGeom>
            <a:solidFill>
              <a:srgbClr val="F0F4F8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7874000" cy="1041400"/>
              <a:chOff x="0" y="0"/>
              <a:chExt cx="7874000" cy="10414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254000" y="254000"/>
                <a:ext cx="7366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false" i="false" u="none" sz="1800"/>
                  <a:t>完成率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254000" y="673100"/>
                <a:ext cx="7366000" cy="5461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true" i="false" u="none" sz="3200">
                    <a:solidFill>
                      <a:srgbClr val="2E7D32"/>
                    </a:solidFill>
                  </a:rPr>
                  <a:t>95%</a:t>
                </a:r>
              </a:p>
            </p:txBody>
          </p:sp>
        </p:grpSp>
        <p:sp>
          <p:nvSpPr>
            <p:cNvPr name="AutoShape 8" id="8"/>
            <p:cNvSpPr/>
            <p:nvPr/>
          </p:nvSpPr>
          <p:spPr>
            <a:xfrm>
              <a:off x="0" y="1295400"/>
              <a:ext cx="7874000" cy="1041400"/>
            </a:xfrm>
            <a:prstGeom prst="roundRect">
              <a:avLst/>
            </a:prstGeom>
            <a:solidFill>
              <a:srgbClr val="F0F4F8"/>
            </a:solidFill>
            <a:ln>
              <a:noFill/>
            </a:ln>
          </p:spPr>
        </p:sp>
        <p:grpSp>
          <p:nvGrpSpPr>
            <p:cNvPr name="Group 9" id="9"/>
            <p:cNvGrpSpPr/>
            <p:nvPr/>
          </p:nvGrpSpPr>
          <p:grpSpPr>
            <a:xfrm>
              <a:off x="0" y="1295400"/>
              <a:ext cx="7874000" cy="1041400"/>
              <a:chOff x="0" y="0"/>
              <a:chExt cx="7874000" cy="10414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254000" y="254000"/>
                <a:ext cx="7366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false" i="false" u="none" sz="1800"/>
                  <a:t>待处理</a:t>
                </a:r>
              </a:p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254000" y="673100"/>
                <a:ext cx="7366000" cy="5461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true" i="false" u="none" sz="3200">
                    <a:solidFill>
                      <a:srgbClr val="E65100"/>
                    </a:solidFill>
                  </a:rPr>
                  <a:t>3项</a:t>
                </a: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0" y="2590800"/>
              <a:ext cx="7874000" cy="1041400"/>
            </a:xfrm>
            <a:prstGeom prst="roundRect">
              <a:avLst/>
            </a:prstGeom>
            <a:solidFill>
              <a:srgbClr val="F0F4F8"/>
            </a:solidFill>
            <a:ln>
              <a:noFill/>
            </a:ln>
          </p:spPr>
        </p:sp>
        <p:grpSp>
          <p:nvGrpSpPr>
            <p:cNvPr name="Group 13" id="13"/>
            <p:cNvGrpSpPr/>
            <p:nvPr/>
          </p:nvGrpSpPr>
          <p:grpSpPr>
            <a:xfrm>
              <a:off x="0" y="2590800"/>
              <a:ext cx="7874000" cy="1041400"/>
              <a:chOff x="0" y="0"/>
              <a:chExt cx="7874000" cy="1041400"/>
            </a:xfrm>
          </p:grpSpPr>
          <p:sp>
            <p:nvSpPr>
              <p:cNvPr name="TextBox 14" id="14"/>
              <p:cNvSpPr txBox="true"/>
              <p:nvPr/>
            </p:nvSpPr>
            <p:spPr>
              <a:xfrm>
                <a:off x="254000" y="254000"/>
                <a:ext cx="7366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false" i="false" u="none" sz="1800"/>
                  <a:t>风险项</a:t>
                </a:r>
              </a:p>
            </p:txBody>
          </p:sp>
          <p:sp>
            <p:nvSpPr>
              <p:cNvPr name="TextBox 15" id="15"/>
              <p:cNvSpPr txBox="true"/>
              <p:nvPr/>
            </p:nvSpPr>
            <p:spPr>
              <a:xfrm>
                <a:off x="254000" y="673100"/>
                <a:ext cx="7366000" cy="5461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true" i="false" u="none" sz="3200">
                    <a:solidFill>
                      <a:srgbClr val="C62828"/>
                    </a:solidFill>
                  </a:rPr>
                  <a:t>1项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b="true" i="false" u="none" sz="2800">
                <a:solidFill>
                  <a:srgbClr val="003366"/>
                </a:solidFill>
              </a:rPr>
              <a:t>关键成果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5000" y="1003300"/>
            <a:ext cx="7874000" cy="1816100"/>
            <a:chOff x="0" y="0"/>
            <a:chExt cx="7874000" cy="18161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7874000" cy="8128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7874000" cy="812800"/>
              <a:chOff x="0" y="0"/>
              <a:chExt cx="7874000" cy="8128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190500" y="190500"/>
                <a:ext cx="7493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true" i="false" u="none" sz="1800"/>
                  <a:t>前端重构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190500" y="584200"/>
                <a:ext cx="7493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false" i="false" u="none" sz="1800"/>
                  <a:t>完成 React 18 升级，性能提升 40%</a:t>
                </a:r>
              </a:p>
            </p:txBody>
          </p:sp>
        </p:grpSp>
        <p:sp>
          <p:nvSpPr>
            <p:cNvPr name="AutoShape 8" id="8"/>
            <p:cNvSpPr/>
            <p:nvPr/>
          </p:nvSpPr>
          <p:spPr>
            <a:xfrm>
              <a:off x="0" y="1003300"/>
              <a:ext cx="7874000" cy="8128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9" id="9"/>
            <p:cNvGrpSpPr/>
            <p:nvPr/>
          </p:nvGrpSpPr>
          <p:grpSpPr>
            <a:xfrm>
              <a:off x="0" y="1003300"/>
              <a:ext cx="7874000" cy="812800"/>
              <a:chOff x="0" y="0"/>
              <a:chExt cx="7874000" cy="8128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190500" y="190500"/>
                <a:ext cx="7493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true" i="false" u="none" sz="1800"/>
                  <a:t>API 优化</a:t>
                </a:r>
              </a:p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190500" y="584200"/>
                <a:ext cx="7493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false" i="false" u="none" sz="1800"/>
                  <a:t>响应时间降低至 50ms 以内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>
            <a:off x="635000" y="2819400"/>
            <a:ext cx="7874000" cy="1816100"/>
            <a:chOff x="0" y="0"/>
            <a:chExt cx="7874000" cy="1816100"/>
          </a:xfrm>
        </p:grpSpPr>
        <p:sp>
          <p:nvSpPr>
            <p:cNvPr name="AutoShape 13" id="13"/>
            <p:cNvSpPr/>
            <p:nvPr/>
          </p:nvSpPr>
          <p:spPr>
            <a:xfrm>
              <a:off x="0" y="0"/>
              <a:ext cx="7874000" cy="8128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14" id="14"/>
            <p:cNvGrpSpPr/>
            <p:nvPr/>
          </p:nvGrpSpPr>
          <p:grpSpPr>
            <a:xfrm>
              <a:off x="0" y="0"/>
              <a:ext cx="7874000" cy="812800"/>
              <a:chOff x="0" y="0"/>
              <a:chExt cx="7874000" cy="812800"/>
            </a:xfrm>
          </p:grpSpPr>
          <p:sp>
            <p:nvSpPr>
              <p:cNvPr name="TextBox 15" id="15"/>
              <p:cNvSpPr txBox="true"/>
              <p:nvPr/>
            </p:nvSpPr>
            <p:spPr>
              <a:xfrm>
                <a:off x="190500" y="190500"/>
                <a:ext cx="7493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true" i="false" u="none" sz="1800"/>
                  <a:t>测试覆盖</a:t>
                </a:r>
              </a:p>
            </p:txBody>
          </p:sp>
          <p:sp>
            <p:nvSpPr>
              <p:cNvPr name="TextBox 16" id="16"/>
              <p:cNvSpPr txBox="true"/>
              <p:nvPr/>
            </p:nvSpPr>
            <p:spPr>
              <a:xfrm>
                <a:off x="190500" y="584200"/>
                <a:ext cx="7493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false" i="false" u="none" sz="1800"/>
                  <a:t>单元测试覆盖率提升至 92%</a:t>
                </a:r>
              </a:p>
            </p:txBody>
          </p:sp>
        </p:grpSp>
        <p:sp>
          <p:nvSpPr>
            <p:cNvPr name="AutoShape 17" id="17"/>
            <p:cNvSpPr/>
            <p:nvPr/>
          </p:nvSpPr>
          <p:spPr>
            <a:xfrm>
              <a:off x="0" y="1003300"/>
              <a:ext cx="7874000" cy="8128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18" id="18"/>
            <p:cNvGrpSpPr/>
            <p:nvPr/>
          </p:nvGrpSpPr>
          <p:grpSpPr>
            <a:xfrm>
              <a:off x="0" y="1003300"/>
              <a:ext cx="7874000" cy="812800"/>
              <a:chOff x="0" y="0"/>
              <a:chExt cx="7874000" cy="812800"/>
            </a:xfrm>
          </p:grpSpPr>
          <p:sp>
            <p:nvSpPr>
              <p:cNvPr name="TextBox 19" id="19"/>
              <p:cNvSpPr txBox="true"/>
              <p:nvPr/>
            </p:nvSpPr>
            <p:spPr>
              <a:xfrm>
                <a:off x="190500" y="190500"/>
                <a:ext cx="7493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true" i="false" u="none" sz="1800"/>
                  <a:t>部署自动化</a:t>
                </a:r>
              </a:p>
            </p:txBody>
          </p:sp>
          <p:sp>
            <p:nvSpPr>
              <p:cNvPr name="TextBox 20" id="20"/>
              <p:cNvSpPr txBox="true"/>
              <p:nvPr/>
            </p:nvSpPr>
            <p:spPr>
              <a:xfrm>
                <a:off x="190500" y="584200"/>
                <a:ext cx="7493000" cy="330200"/>
              </a:xfrm>
              <a:prstGeom prst="rect">
                <a:avLst/>
              </a:prstGeom>
            </p:spPr>
            <p:txBody>
              <a:bodyPr anchor="t" rtlCol="false"/>
              <a:lstStyle/>
              <a:p>
                <a:r>
                  <a:rPr lang="en-US" b="false" i="false" u="none" sz="1800"/>
                  <a:t>CI/CD 流水线全面上线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b="true" i="false" u="none" sz="2800">
                <a:solidFill>
                  <a:srgbClr val="003366"/>
                </a:solidFill>
              </a:rPr>
              <a:t>下一步计划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5000" y="1003300"/>
            <a:ext cx="7874000" cy="1282700"/>
            <a:chOff x="0" y="0"/>
            <a:chExt cx="7874000" cy="1282700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0"/>
              <a:ext cx="7874000" cy="330200"/>
            </a:xfrm>
            <a:prstGeom prst="rect">
              <a:avLst/>
            </a:prstGeom>
          </p:spPr>
          <p:txBody>
            <a:bodyPr anchor="t" rtlCol="false"/>
            <a:lstStyle/>
            <a:p>
              <a:r>
                <a:rPr lang="en-US" b="false" i="false" u="none"/>
                <a:t>1. 完成剩余 3 个待处理任务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>
              <a:off x="0" y="317500"/>
              <a:ext cx="7874000" cy="330200"/>
            </a:xfrm>
            <a:prstGeom prst="rect">
              <a:avLst/>
            </a:prstGeom>
          </p:spPr>
          <p:txBody>
            <a:bodyPr anchor="t" rtlCol="false"/>
            <a:lstStyle/>
            <a:p>
              <a:r>
                <a:rPr lang="en-US" b="false" i="false" u="none"/>
                <a:t>2. 解决高风险安全漏洞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>
              <a:off x="0" y="635000"/>
              <a:ext cx="7874000" cy="330200"/>
            </a:xfrm>
            <a:prstGeom prst="rect">
              <a:avLst/>
            </a:prstGeom>
          </p:spPr>
          <p:txBody>
            <a:bodyPr anchor="t" rtlCol="false"/>
            <a:lstStyle/>
            <a:p>
              <a:r>
                <a:rPr lang="en-US" b="false" i="false" u="none"/>
                <a:t>3. 准备 v2.0 发布计划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>
              <a:off x="0" y="952500"/>
              <a:ext cx="7874000" cy="330200"/>
            </a:xfrm>
            <a:prstGeom prst="rect">
              <a:avLst/>
            </a:prstGeom>
          </p:spPr>
          <p:txBody>
            <a:bodyPr anchor="t" rtlCol="false"/>
            <a:lstStyle/>
            <a:p>
              <a:r>
                <a:rPr lang="en-US" b="false" i="false" u="none"/>
                <a:t>4. 组织技术分享会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html2ppt</dc:creator>
  <dcterms:modified xsi:type="dcterms:W3CDTF">2011-08-01T06:04:30Z</dcterms:modified>
  <cp:revision>1</cp:revision>
  <dc:title>项目汇报</dc:title>
</cp:coreProperties>
</file>