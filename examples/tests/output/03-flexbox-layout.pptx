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197100" y="1828800"/>
            <a:ext cx="4749800" cy="711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4000">
                <a:solidFill>
                  <a:srgbClr val="FFFFFF"/>
                </a:solidFill>
                <a:latin typeface="Microsoft YaHei"/>
              </a:rPr>
              <a:t>Flexbox Layout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2667000"/>
            <a:ext cx="8128000" cy="6477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solidFill>
                  <a:srgbClr val="80CBC4"/>
                </a:solidFill>
                <a:latin typeface="Microsoft YaHei"/>
              </a:rPr>
              <a:t>Testing flex-direction, justify-content, align-items, gap, wrap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flex-direction: row vs column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39800"/>
            <a:ext cx="8128000" cy="3822700"/>
            <a:chOff x="0" y="0"/>
            <a:chExt cx="8128000" cy="38227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4000500" cy="3822700"/>
              <a:chOff x="0" y="0"/>
              <a:chExt cx="4000500" cy="38227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40005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flex-direction: row (default)</a:t>
                </a:r>
              </a:p>
            </p:txBody>
          </p:sp>
          <p:sp>
            <p:nvSpPr>
              <p:cNvPr name="AutoShape 6" id="6"/>
              <p:cNvSpPr/>
              <p:nvPr/>
            </p:nvSpPr>
            <p:spPr>
              <a:xfrm>
                <a:off x="0" y="381000"/>
                <a:ext cx="4000500" cy="3454400"/>
              </a:xfrm>
              <a:prstGeom prst="roundRect">
                <a:avLst/>
              </a:prstGeom>
              <a:solidFill>
                <a:srgbClr val="F5F5F5"/>
              </a:solidFill>
              <a:ln>
                <a:noFill/>
              </a:ln>
            </p:spPr>
          </p:sp>
          <p:grpSp>
            <p:nvGrpSpPr>
              <p:cNvPr name="Group 7" id="7"/>
              <p:cNvGrpSpPr/>
              <p:nvPr/>
            </p:nvGrpSpPr>
            <p:grpSpPr>
              <a:xfrm>
                <a:off x="0" y="381000"/>
                <a:ext cx="4000500" cy="3454400"/>
                <a:chOff x="0" y="0"/>
                <a:chExt cx="4000500" cy="3454400"/>
              </a:xfrm>
            </p:grpSpPr>
            <p:sp>
              <p:nvSpPr>
                <p:cNvPr name="AutoShape 8" id="8"/>
                <p:cNvSpPr/>
                <p:nvPr/>
              </p:nvSpPr>
              <p:spPr>
                <a:xfrm>
                  <a:off x="127000" y="127000"/>
                  <a:ext cx="431800" cy="32004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9" id="9"/>
                <p:cNvGrpSpPr/>
                <p:nvPr/>
              </p:nvGrpSpPr>
              <p:grpSpPr>
                <a:xfrm>
                  <a:off x="127000" y="127000"/>
                  <a:ext cx="431800" cy="3200400"/>
                  <a:chOff x="0" y="0"/>
                  <a:chExt cx="431800" cy="3200400"/>
                </a:xfrm>
              </p:grpSpPr>
              <p:sp>
                <p:nvSpPr>
                  <p:cNvPr name="TextBox 10" id="10"/>
                  <p:cNvSpPr txBox="true"/>
                  <p:nvPr/>
                </p:nvSpPr>
                <p:spPr>
                  <a:xfrm>
                    <a:off x="152400" y="101600"/>
                    <a:ext cx="127000" cy="2540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A</a:t>
                    </a:r>
                  </a:p>
                </p:txBody>
              </p:sp>
            </p:grpSp>
            <p:sp>
              <p:nvSpPr>
                <p:cNvPr name="AutoShape 11" id="11"/>
                <p:cNvSpPr/>
                <p:nvPr/>
              </p:nvSpPr>
              <p:spPr>
                <a:xfrm>
                  <a:off x="660400" y="127000"/>
                  <a:ext cx="431800" cy="32004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12" id="12"/>
                <p:cNvGrpSpPr/>
                <p:nvPr/>
              </p:nvGrpSpPr>
              <p:grpSpPr>
                <a:xfrm>
                  <a:off x="660400" y="127000"/>
                  <a:ext cx="431800" cy="3200400"/>
                  <a:chOff x="0" y="0"/>
                  <a:chExt cx="431800" cy="3200400"/>
                </a:xfrm>
              </p:grpSpPr>
              <p:sp>
                <p:nvSpPr>
                  <p:cNvPr name="TextBox 13" id="13"/>
                  <p:cNvSpPr txBox="true"/>
                  <p:nvPr/>
                </p:nvSpPr>
                <p:spPr>
                  <a:xfrm>
                    <a:off x="152400" y="101600"/>
                    <a:ext cx="139700" cy="2540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B</a:t>
                    </a:r>
                  </a:p>
                </p:txBody>
              </p:sp>
            </p:grpSp>
            <p:sp>
              <p:nvSpPr>
                <p:cNvPr name="AutoShape 14" id="14"/>
                <p:cNvSpPr/>
                <p:nvPr/>
              </p:nvSpPr>
              <p:spPr>
                <a:xfrm>
                  <a:off x="1193800" y="127000"/>
                  <a:ext cx="419100" cy="32004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15" id="15"/>
                <p:cNvGrpSpPr/>
                <p:nvPr/>
              </p:nvGrpSpPr>
              <p:grpSpPr>
                <a:xfrm>
                  <a:off x="1193800" y="127000"/>
                  <a:ext cx="419100" cy="3200400"/>
                  <a:chOff x="0" y="0"/>
                  <a:chExt cx="419100" cy="3200400"/>
                </a:xfrm>
              </p:grpSpPr>
              <p:sp>
                <p:nvSpPr>
                  <p:cNvPr name="TextBox 16" id="16"/>
                  <p:cNvSpPr txBox="true"/>
                  <p:nvPr/>
                </p:nvSpPr>
                <p:spPr>
                  <a:xfrm>
                    <a:off x="152400" y="101600"/>
                    <a:ext cx="139700" cy="2540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C</a:t>
                    </a:r>
                  </a:p>
                </p:txBody>
              </p:sp>
            </p:grpSp>
          </p:grpSp>
        </p:grpSp>
        <p:grpSp>
          <p:nvGrpSpPr>
            <p:cNvPr name="Group 17" id="17"/>
            <p:cNvGrpSpPr/>
            <p:nvPr/>
          </p:nvGrpSpPr>
          <p:grpSpPr>
            <a:xfrm>
              <a:off x="4127500" y="0"/>
              <a:ext cx="4000500" cy="3822700"/>
              <a:chOff x="0" y="0"/>
              <a:chExt cx="4000500" cy="3822700"/>
            </a:xfrm>
          </p:grpSpPr>
          <p:sp>
            <p:nvSpPr>
              <p:cNvPr name="TextBox 18" id="18"/>
              <p:cNvSpPr txBox="true"/>
              <p:nvPr/>
            </p:nvSpPr>
            <p:spPr>
              <a:xfrm>
                <a:off x="0" y="0"/>
                <a:ext cx="40005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flex-direction: column</a:t>
                </a:r>
              </a:p>
            </p:txBody>
          </p:sp>
          <p:sp>
            <p:nvSpPr>
              <p:cNvPr name="AutoShape 19" id="19"/>
              <p:cNvSpPr/>
              <p:nvPr/>
            </p:nvSpPr>
            <p:spPr>
              <a:xfrm>
                <a:off x="0" y="381000"/>
                <a:ext cx="4000500" cy="3454400"/>
              </a:xfrm>
              <a:prstGeom prst="roundRect">
                <a:avLst/>
              </a:prstGeom>
              <a:solidFill>
                <a:srgbClr val="F5F5F5"/>
              </a:solidFill>
              <a:ln>
                <a:noFill/>
              </a:ln>
            </p:spPr>
          </p:sp>
          <p:grpSp>
            <p:nvGrpSpPr>
              <p:cNvPr name="Group 20" id="20"/>
              <p:cNvGrpSpPr/>
              <p:nvPr/>
            </p:nvGrpSpPr>
            <p:grpSpPr>
              <a:xfrm>
                <a:off x="0" y="381000"/>
                <a:ext cx="4000500" cy="3454400"/>
                <a:chOff x="0" y="0"/>
                <a:chExt cx="4000500" cy="3454400"/>
              </a:xfrm>
            </p:grpSpPr>
            <p:sp>
              <p:nvSpPr>
                <p:cNvPr name="AutoShape 21" id="21"/>
                <p:cNvSpPr/>
                <p:nvPr/>
              </p:nvSpPr>
              <p:spPr>
                <a:xfrm>
                  <a:off x="127000" y="127000"/>
                  <a:ext cx="3746500" cy="4572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22" id="22"/>
                <p:cNvGrpSpPr/>
                <p:nvPr/>
              </p:nvGrpSpPr>
              <p:grpSpPr>
                <a:xfrm>
                  <a:off x="127000" y="127000"/>
                  <a:ext cx="3746500" cy="457200"/>
                  <a:chOff x="0" y="0"/>
                  <a:chExt cx="3746500" cy="457200"/>
                </a:xfrm>
              </p:grpSpPr>
              <p:sp>
                <p:nvSpPr>
                  <p:cNvPr name="TextBox 23" id="23"/>
                  <p:cNvSpPr txBox="true"/>
                  <p:nvPr/>
                </p:nvSpPr>
                <p:spPr>
                  <a:xfrm>
                    <a:off x="152400" y="101600"/>
                    <a:ext cx="3441700" cy="2540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A</a:t>
                    </a:r>
                  </a:p>
                </p:txBody>
              </p:sp>
            </p:grpSp>
            <p:sp>
              <p:nvSpPr>
                <p:cNvPr name="AutoShape 24" id="24"/>
                <p:cNvSpPr/>
                <p:nvPr/>
              </p:nvSpPr>
              <p:spPr>
                <a:xfrm>
                  <a:off x="127000" y="685800"/>
                  <a:ext cx="3746500" cy="4445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25" id="25"/>
                <p:cNvGrpSpPr/>
                <p:nvPr/>
              </p:nvGrpSpPr>
              <p:grpSpPr>
                <a:xfrm>
                  <a:off x="127000" y="685800"/>
                  <a:ext cx="3746500" cy="444500"/>
                  <a:chOff x="0" y="0"/>
                  <a:chExt cx="3746500" cy="444500"/>
                </a:xfrm>
              </p:grpSpPr>
              <p:sp>
                <p:nvSpPr>
                  <p:cNvPr name="TextBox 26" id="26"/>
                  <p:cNvSpPr txBox="true"/>
                  <p:nvPr/>
                </p:nvSpPr>
                <p:spPr>
                  <a:xfrm>
                    <a:off x="152400" y="101600"/>
                    <a:ext cx="3441700" cy="2667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B</a:t>
                    </a:r>
                  </a:p>
                </p:txBody>
              </p:sp>
            </p:grpSp>
            <p:sp>
              <p:nvSpPr>
                <p:cNvPr name="AutoShape 27" id="27"/>
                <p:cNvSpPr/>
                <p:nvPr/>
              </p:nvSpPr>
              <p:spPr>
                <a:xfrm>
                  <a:off x="127000" y="1231900"/>
                  <a:ext cx="3746500" cy="4572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28" id="28"/>
                <p:cNvGrpSpPr/>
                <p:nvPr/>
              </p:nvGrpSpPr>
              <p:grpSpPr>
                <a:xfrm>
                  <a:off x="127000" y="1231900"/>
                  <a:ext cx="3746500" cy="457200"/>
                  <a:chOff x="0" y="0"/>
                  <a:chExt cx="3746500" cy="457200"/>
                </a:xfrm>
              </p:grpSpPr>
              <p:sp>
                <p:nvSpPr>
                  <p:cNvPr name="TextBox 29" id="29"/>
                  <p:cNvSpPr txBox="true"/>
                  <p:nvPr/>
                </p:nvSpPr>
                <p:spPr>
                  <a:xfrm>
                    <a:off x="152400" y="101600"/>
                    <a:ext cx="3441700" cy="2540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C</a:t>
                    </a: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justify-content variations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927100"/>
            <a:ext cx="8128000" cy="2667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400">
                <a:solidFill>
                  <a:srgbClr val="666666"/>
                </a:solidFill>
                <a:latin typeface="Microsoft YaHei"/>
              </a:rPr>
              <a:t>flex-start</a:t>
            </a:r>
          </a:p>
        </p:txBody>
      </p:sp>
      <p:sp>
        <p:nvSpPr>
          <p:cNvPr name="AutoShape 4" id="4"/>
          <p:cNvSpPr/>
          <p:nvPr/>
        </p:nvSpPr>
        <p:spPr>
          <a:xfrm>
            <a:off x="508000" y="1308100"/>
            <a:ext cx="8128000" cy="482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</p:sp>
      <p:grpSp>
        <p:nvGrpSpPr>
          <p:cNvPr name="Group 5" id="5"/>
          <p:cNvGrpSpPr/>
          <p:nvPr/>
        </p:nvGrpSpPr>
        <p:grpSpPr>
          <a:xfrm>
            <a:off x="508000" y="1308100"/>
            <a:ext cx="8128000" cy="482600"/>
            <a:chOff x="0" y="0"/>
            <a:chExt cx="8128000" cy="482600"/>
          </a:xfrm>
        </p:grpSpPr>
        <p:sp>
          <p:nvSpPr>
            <p:cNvPr name="AutoShape 6" id="6"/>
            <p:cNvSpPr/>
            <p:nvPr/>
          </p:nvSpPr>
          <p:spPr>
            <a:xfrm>
              <a:off x="127000" y="127000"/>
              <a:ext cx="431800" cy="457200"/>
            </a:xfrm>
            <a:prstGeom prst="roundRect">
              <a:avLst/>
            </a:prstGeom>
            <a:solidFill>
              <a:srgbClr val="42A5F5"/>
            </a:solidFill>
            <a:ln>
              <a:noFill/>
            </a:ln>
          </p:spPr>
        </p:sp>
        <p:grpSp>
          <p:nvGrpSpPr>
            <p:cNvPr name="Group 7" id="7"/>
            <p:cNvGrpSpPr/>
            <p:nvPr/>
          </p:nvGrpSpPr>
          <p:grpSpPr>
            <a:xfrm>
              <a:off x="127000" y="127000"/>
              <a:ext cx="431800" cy="457200"/>
              <a:chOff x="0" y="0"/>
              <a:chExt cx="431800" cy="457200"/>
            </a:xfrm>
          </p:grpSpPr>
          <p:sp>
            <p:nvSpPr>
              <p:cNvPr name="TextBox 8" id="8"/>
              <p:cNvSpPr txBox="true"/>
              <p:nvPr/>
            </p:nvSpPr>
            <p:spPr>
              <a:xfrm>
                <a:off x="152400" y="101600"/>
                <a:ext cx="1270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A</a:t>
                </a:r>
              </a:p>
            </p:txBody>
          </p:sp>
        </p:grpSp>
        <p:sp>
          <p:nvSpPr>
            <p:cNvPr name="AutoShape 9" id="9"/>
            <p:cNvSpPr/>
            <p:nvPr/>
          </p:nvSpPr>
          <p:spPr>
            <a:xfrm>
              <a:off x="660400" y="127000"/>
              <a:ext cx="431800" cy="457200"/>
            </a:xfrm>
            <a:prstGeom prst="roundRect">
              <a:avLst/>
            </a:prstGeom>
            <a:solidFill>
              <a:srgbClr val="42A5F5"/>
            </a:solidFill>
            <a:ln>
              <a:noFill/>
            </a:ln>
          </p:spPr>
        </p:sp>
        <p:grpSp>
          <p:nvGrpSpPr>
            <p:cNvPr name="Group 10" id="10"/>
            <p:cNvGrpSpPr/>
            <p:nvPr/>
          </p:nvGrpSpPr>
          <p:grpSpPr>
            <a:xfrm>
              <a:off x="660400" y="127000"/>
              <a:ext cx="431800" cy="457200"/>
              <a:chOff x="0" y="0"/>
              <a:chExt cx="431800" cy="457200"/>
            </a:xfrm>
          </p:grpSpPr>
          <p:sp>
            <p:nvSpPr>
              <p:cNvPr name="TextBox 11" id="11"/>
              <p:cNvSpPr txBox="true"/>
              <p:nvPr/>
            </p:nvSpPr>
            <p:spPr>
              <a:xfrm>
                <a:off x="152400" y="101600"/>
                <a:ext cx="1397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B</a:t>
                </a:r>
              </a:p>
            </p:txBody>
          </p:sp>
        </p:grpSp>
        <p:sp>
          <p:nvSpPr>
            <p:cNvPr name="AutoShape 12" id="12"/>
            <p:cNvSpPr/>
            <p:nvPr/>
          </p:nvSpPr>
          <p:spPr>
            <a:xfrm>
              <a:off x="1193800" y="127000"/>
              <a:ext cx="419100" cy="457200"/>
            </a:xfrm>
            <a:prstGeom prst="roundRect">
              <a:avLst/>
            </a:prstGeom>
            <a:solidFill>
              <a:srgbClr val="42A5F5"/>
            </a:solidFill>
            <a:ln>
              <a:noFill/>
            </a:ln>
          </p:spPr>
        </p:sp>
        <p:grpSp>
          <p:nvGrpSpPr>
            <p:cNvPr name="Group 13" id="13"/>
            <p:cNvGrpSpPr/>
            <p:nvPr/>
          </p:nvGrpSpPr>
          <p:grpSpPr>
            <a:xfrm>
              <a:off x="1193800" y="127000"/>
              <a:ext cx="419100" cy="457200"/>
              <a:chOff x="0" y="0"/>
              <a:chExt cx="419100" cy="457200"/>
            </a:xfrm>
          </p:grpSpPr>
          <p:sp>
            <p:nvSpPr>
              <p:cNvPr name="TextBox 14" id="14"/>
              <p:cNvSpPr txBox="true"/>
              <p:nvPr/>
            </p:nvSpPr>
            <p:spPr>
              <a:xfrm>
                <a:off x="152400" y="101600"/>
                <a:ext cx="1397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C</a:t>
                </a: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>
            <a:off x="508000" y="1917700"/>
            <a:ext cx="8128000" cy="2667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400">
                <a:solidFill>
                  <a:srgbClr val="666666"/>
                </a:solidFill>
                <a:latin typeface="Microsoft YaHei"/>
              </a:rPr>
              <a:t>center</a:t>
            </a:r>
          </a:p>
        </p:txBody>
      </p:sp>
      <p:sp>
        <p:nvSpPr>
          <p:cNvPr name="AutoShape 16" id="16"/>
          <p:cNvSpPr/>
          <p:nvPr/>
        </p:nvSpPr>
        <p:spPr>
          <a:xfrm>
            <a:off x="508000" y="2298700"/>
            <a:ext cx="8128000" cy="482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</p:sp>
      <p:grpSp>
        <p:nvGrpSpPr>
          <p:cNvPr name="Group 17" id="17"/>
          <p:cNvGrpSpPr/>
          <p:nvPr/>
        </p:nvGrpSpPr>
        <p:grpSpPr>
          <a:xfrm>
            <a:off x="508000" y="2298700"/>
            <a:ext cx="8128000" cy="482600"/>
            <a:chOff x="0" y="0"/>
            <a:chExt cx="8128000" cy="482600"/>
          </a:xfrm>
        </p:grpSpPr>
        <p:sp>
          <p:nvSpPr>
            <p:cNvPr name="AutoShape 18" id="18"/>
            <p:cNvSpPr/>
            <p:nvPr/>
          </p:nvSpPr>
          <p:spPr>
            <a:xfrm>
              <a:off x="3314700" y="127000"/>
              <a:ext cx="431800" cy="457200"/>
            </a:xfrm>
            <a:prstGeom prst="roundRect">
              <a:avLst/>
            </a:prstGeom>
            <a:solidFill>
              <a:srgbClr val="42A5F5"/>
            </a:solidFill>
            <a:ln>
              <a:noFill/>
            </a:ln>
          </p:spPr>
        </p:sp>
        <p:grpSp>
          <p:nvGrpSpPr>
            <p:cNvPr name="Group 19" id="19"/>
            <p:cNvGrpSpPr/>
            <p:nvPr/>
          </p:nvGrpSpPr>
          <p:grpSpPr>
            <a:xfrm>
              <a:off x="3314700" y="127000"/>
              <a:ext cx="431800" cy="457200"/>
              <a:chOff x="0" y="0"/>
              <a:chExt cx="431800" cy="457200"/>
            </a:xfrm>
          </p:grpSpPr>
          <p:sp>
            <p:nvSpPr>
              <p:cNvPr name="TextBox 20" id="20"/>
              <p:cNvSpPr txBox="true"/>
              <p:nvPr/>
            </p:nvSpPr>
            <p:spPr>
              <a:xfrm>
                <a:off x="152400" y="101600"/>
                <a:ext cx="1397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A</a:t>
                </a:r>
              </a:p>
            </p:txBody>
          </p:sp>
        </p:grpSp>
        <p:sp>
          <p:nvSpPr>
            <p:cNvPr name="AutoShape 21" id="21"/>
            <p:cNvSpPr/>
            <p:nvPr/>
          </p:nvSpPr>
          <p:spPr>
            <a:xfrm>
              <a:off x="3848100" y="127000"/>
              <a:ext cx="431800" cy="457200"/>
            </a:xfrm>
            <a:prstGeom prst="roundRect">
              <a:avLst/>
            </a:prstGeom>
            <a:solidFill>
              <a:srgbClr val="42A5F5"/>
            </a:solidFill>
            <a:ln>
              <a:noFill/>
            </a:ln>
          </p:spPr>
        </p:sp>
        <p:grpSp>
          <p:nvGrpSpPr>
            <p:cNvPr name="Group 22" id="22"/>
            <p:cNvGrpSpPr/>
            <p:nvPr/>
          </p:nvGrpSpPr>
          <p:grpSpPr>
            <a:xfrm>
              <a:off x="3848100" y="127000"/>
              <a:ext cx="431800" cy="457200"/>
              <a:chOff x="0" y="0"/>
              <a:chExt cx="431800" cy="457200"/>
            </a:xfrm>
          </p:grpSpPr>
          <p:sp>
            <p:nvSpPr>
              <p:cNvPr name="TextBox 23" id="23"/>
              <p:cNvSpPr txBox="true"/>
              <p:nvPr/>
            </p:nvSpPr>
            <p:spPr>
              <a:xfrm>
                <a:off x="152400" y="101600"/>
                <a:ext cx="1270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B</a:t>
                </a:r>
              </a:p>
            </p:txBody>
          </p:sp>
        </p:grpSp>
        <p:sp>
          <p:nvSpPr>
            <p:cNvPr name="AutoShape 24" id="24"/>
            <p:cNvSpPr/>
            <p:nvPr/>
          </p:nvSpPr>
          <p:spPr>
            <a:xfrm>
              <a:off x="4381500" y="127000"/>
              <a:ext cx="431800" cy="457200"/>
            </a:xfrm>
            <a:prstGeom prst="roundRect">
              <a:avLst/>
            </a:prstGeom>
            <a:solidFill>
              <a:srgbClr val="42A5F5"/>
            </a:solidFill>
            <a:ln>
              <a:noFill/>
            </a:ln>
          </p:spPr>
        </p:sp>
        <p:grpSp>
          <p:nvGrpSpPr>
            <p:cNvPr name="Group 25" id="25"/>
            <p:cNvGrpSpPr/>
            <p:nvPr/>
          </p:nvGrpSpPr>
          <p:grpSpPr>
            <a:xfrm>
              <a:off x="4381500" y="127000"/>
              <a:ext cx="431800" cy="457200"/>
              <a:chOff x="0" y="0"/>
              <a:chExt cx="431800" cy="457200"/>
            </a:xfrm>
          </p:grpSpPr>
          <p:sp>
            <p:nvSpPr>
              <p:cNvPr name="TextBox 26" id="26"/>
              <p:cNvSpPr txBox="true"/>
              <p:nvPr/>
            </p:nvSpPr>
            <p:spPr>
              <a:xfrm>
                <a:off x="152400" y="101600"/>
                <a:ext cx="1397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C</a:t>
                </a:r>
              </a:p>
            </p:txBody>
          </p:sp>
        </p:grpSp>
      </p:grpSp>
      <p:sp>
        <p:nvSpPr>
          <p:cNvPr name="TextBox 27" id="27"/>
          <p:cNvSpPr txBox="true"/>
          <p:nvPr/>
        </p:nvSpPr>
        <p:spPr>
          <a:xfrm>
            <a:off x="508000" y="2908300"/>
            <a:ext cx="8128000" cy="254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400">
                <a:solidFill>
                  <a:srgbClr val="666666"/>
                </a:solidFill>
                <a:latin typeface="Microsoft YaHei"/>
              </a:rPr>
              <a:t>flex-end</a:t>
            </a:r>
          </a:p>
        </p:txBody>
      </p:sp>
      <p:sp>
        <p:nvSpPr>
          <p:cNvPr name="AutoShape 28" id="28"/>
          <p:cNvSpPr/>
          <p:nvPr/>
        </p:nvSpPr>
        <p:spPr>
          <a:xfrm>
            <a:off x="508000" y="3289300"/>
            <a:ext cx="8128000" cy="482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</p:sp>
      <p:grpSp>
        <p:nvGrpSpPr>
          <p:cNvPr name="Group 29" id="29"/>
          <p:cNvGrpSpPr/>
          <p:nvPr/>
        </p:nvGrpSpPr>
        <p:grpSpPr>
          <a:xfrm>
            <a:off x="508000" y="3289300"/>
            <a:ext cx="8128000" cy="482600"/>
            <a:chOff x="0" y="0"/>
            <a:chExt cx="8128000" cy="482600"/>
          </a:xfrm>
        </p:grpSpPr>
        <p:sp>
          <p:nvSpPr>
            <p:cNvPr name="AutoShape 30" id="30"/>
            <p:cNvSpPr/>
            <p:nvPr/>
          </p:nvSpPr>
          <p:spPr>
            <a:xfrm>
              <a:off x="6515100" y="127000"/>
              <a:ext cx="419100" cy="457200"/>
            </a:xfrm>
            <a:prstGeom prst="roundRect">
              <a:avLst/>
            </a:prstGeom>
            <a:solidFill>
              <a:srgbClr val="42A5F5"/>
            </a:solidFill>
            <a:ln>
              <a:noFill/>
            </a:ln>
          </p:spPr>
        </p:sp>
        <p:grpSp>
          <p:nvGrpSpPr>
            <p:cNvPr name="Group 31" id="31"/>
            <p:cNvGrpSpPr/>
            <p:nvPr/>
          </p:nvGrpSpPr>
          <p:grpSpPr>
            <a:xfrm>
              <a:off x="6515100" y="127000"/>
              <a:ext cx="419100" cy="457200"/>
              <a:chOff x="0" y="0"/>
              <a:chExt cx="419100" cy="457200"/>
            </a:xfrm>
          </p:grpSpPr>
          <p:sp>
            <p:nvSpPr>
              <p:cNvPr name="TextBox 32" id="32"/>
              <p:cNvSpPr txBox="true"/>
              <p:nvPr/>
            </p:nvSpPr>
            <p:spPr>
              <a:xfrm>
                <a:off x="152400" y="101600"/>
                <a:ext cx="1397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A</a:t>
                </a:r>
              </a:p>
            </p:txBody>
          </p:sp>
        </p:grpSp>
        <p:sp>
          <p:nvSpPr>
            <p:cNvPr name="AutoShape 33" id="33"/>
            <p:cNvSpPr/>
            <p:nvPr/>
          </p:nvSpPr>
          <p:spPr>
            <a:xfrm>
              <a:off x="7035800" y="127000"/>
              <a:ext cx="431800" cy="457200"/>
            </a:xfrm>
            <a:prstGeom prst="roundRect">
              <a:avLst/>
            </a:prstGeom>
            <a:solidFill>
              <a:srgbClr val="42A5F5"/>
            </a:solidFill>
            <a:ln>
              <a:noFill/>
            </a:ln>
          </p:spPr>
        </p:sp>
        <p:grpSp>
          <p:nvGrpSpPr>
            <p:cNvPr name="Group 34" id="34"/>
            <p:cNvGrpSpPr/>
            <p:nvPr/>
          </p:nvGrpSpPr>
          <p:grpSpPr>
            <a:xfrm>
              <a:off x="7035800" y="127000"/>
              <a:ext cx="431800" cy="457200"/>
              <a:chOff x="0" y="0"/>
              <a:chExt cx="431800" cy="457200"/>
            </a:xfrm>
          </p:grpSpPr>
          <p:sp>
            <p:nvSpPr>
              <p:cNvPr name="TextBox 35" id="35"/>
              <p:cNvSpPr txBox="true"/>
              <p:nvPr/>
            </p:nvSpPr>
            <p:spPr>
              <a:xfrm>
                <a:off x="152400" y="101600"/>
                <a:ext cx="1397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B</a:t>
                </a:r>
              </a:p>
            </p:txBody>
          </p:sp>
        </p:grpSp>
        <p:sp>
          <p:nvSpPr>
            <p:cNvPr name="AutoShape 36" id="36"/>
            <p:cNvSpPr/>
            <p:nvPr/>
          </p:nvSpPr>
          <p:spPr>
            <a:xfrm>
              <a:off x="7569200" y="127000"/>
              <a:ext cx="431800" cy="457200"/>
            </a:xfrm>
            <a:prstGeom prst="roundRect">
              <a:avLst/>
            </a:prstGeom>
            <a:solidFill>
              <a:srgbClr val="42A5F5"/>
            </a:solidFill>
            <a:ln>
              <a:noFill/>
            </a:ln>
          </p:spPr>
        </p:sp>
        <p:grpSp>
          <p:nvGrpSpPr>
            <p:cNvPr name="Group 37" id="37"/>
            <p:cNvGrpSpPr/>
            <p:nvPr/>
          </p:nvGrpSpPr>
          <p:grpSpPr>
            <a:xfrm>
              <a:off x="7569200" y="127000"/>
              <a:ext cx="431800" cy="457200"/>
              <a:chOff x="0" y="0"/>
              <a:chExt cx="431800" cy="457200"/>
            </a:xfrm>
          </p:grpSpPr>
          <p:sp>
            <p:nvSpPr>
              <p:cNvPr name="TextBox 38" id="38"/>
              <p:cNvSpPr txBox="true"/>
              <p:nvPr/>
            </p:nvSpPr>
            <p:spPr>
              <a:xfrm>
                <a:off x="152400" y="101600"/>
                <a:ext cx="1270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C</a:t>
                </a:r>
              </a:p>
            </p:txBody>
          </p:sp>
        </p:grpSp>
      </p:grpSp>
      <p:sp>
        <p:nvSpPr>
          <p:cNvPr name="TextBox 39" id="39"/>
          <p:cNvSpPr txBox="true"/>
          <p:nvPr/>
        </p:nvSpPr>
        <p:spPr>
          <a:xfrm>
            <a:off x="508000" y="3898900"/>
            <a:ext cx="8128000" cy="254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400">
                <a:solidFill>
                  <a:srgbClr val="666666"/>
                </a:solidFill>
                <a:latin typeface="Microsoft YaHei"/>
              </a:rPr>
              <a:t>space-between</a:t>
            </a:r>
          </a:p>
        </p:txBody>
      </p:sp>
      <p:sp>
        <p:nvSpPr>
          <p:cNvPr name="AutoShape 40" id="40"/>
          <p:cNvSpPr/>
          <p:nvPr/>
        </p:nvSpPr>
        <p:spPr>
          <a:xfrm>
            <a:off x="508000" y="4279900"/>
            <a:ext cx="8128000" cy="482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</p:sp>
      <p:grpSp>
        <p:nvGrpSpPr>
          <p:cNvPr name="Group 41" id="41"/>
          <p:cNvGrpSpPr/>
          <p:nvPr/>
        </p:nvGrpSpPr>
        <p:grpSpPr>
          <a:xfrm>
            <a:off x="508000" y="4279900"/>
            <a:ext cx="8128000" cy="482600"/>
            <a:chOff x="0" y="0"/>
            <a:chExt cx="8128000" cy="482600"/>
          </a:xfrm>
        </p:grpSpPr>
        <p:sp>
          <p:nvSpPr>
            <p:cNvPr name="AutoShape 42" id="42"/>
            <p:cNvSpPr/>
            <p:nvPr/>
          </p:nvSpPr>
          <p:spPr>
            <a:xfrm>
              <a:off x="127000" y="127000"/>
              <a:ext cx="431800" cy="444500"/>
            </a:xfrm>
            <a:prstGeom prst="roundRect">
              <a:avLst/>
            </a:prstGeom>
            <a:solidFill>
              <a:srgbClr val="42A5F5"/>
            </a:solidFill>
            <a:ln>
              <a:noFill/>
            </a:ln>
          </p:spPr>
        </p:sp>
        <p:grpSp>
          <p:nvGrpSpPr>
            <p:cNvPr name="Group 43" id="43"/>
            <p:cNvGrpSpPr/>
            <p:nvPr/>
          </p:nvGrpSpPr>
          <p:grpSpPr>
            <a:xfrm>
              <a:off x="127000" y="127000"/>
              <a:ext cx="431800" cy="444500"/>
              <a:chOff x="0" y="0"/>
              <a:chExt cx="431800" cy="444500"/>
            </a:xfrm>
          </p:grpSpPr>
          <p:sp>
            <p:nvSpPr>
              <p:cNvPr name="TextBox 44" id="44"/>
              <p:cNvSpPr txBox="true"/>
              <p:nvPr/>
            </p:nvSpPr>
            <p:spPr>
              <a:xfrm>
                <a:off x="152400" y="101600"/>
                <a:ext cx="1270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A</a:t>
                </a:r>
              </a:p>
            </p:txBody>
          </p:sp>
        </p:grpSp>
        <p:sp>
          <p:nvSpPr>
            <p:cNvPr name="AutoShape 45" id="45"/>
            <p:cNvSpPr/>
            <p:nvPr/>
          </p:nvSpPr>
          <p:spPr>
            <a:xfrm>
              <a:off x="3848100" y="127000"/>
              <a:ext cx="431800" cy="444500"/>
            </a:xfrm>
            <a:prstGeom prst="roundRect">
              <a:avLst/>
            </a:prstGeom>
            <a:solidFill>
              <a:srgbClr val="42A5F5"/>
            </a:solidFill>
            <a:ln>
              <a:noFill/>
            </a:ln>
          </p:spPr>
        </p:sp>
        <p:grpSp>
          <p:nvGrpSpPr>
            <p:cNvPr name="Group 46" id="46"/>
            <p:cNvGrpSpPr/>
            <p:nvPr/>
          </p:nvGrpSpPr>
          <p:grpSpPr>
            <a:xfrm>
              <a:off x="3848100" y="127000"/>
              <a:ext cx="431800" cy="444500"/>
              <a:chOff x="0" y="0"/>
              <a:chExt cx="431800" cy="444500"/>
            </a:xfrm>
          </p:grpSpPr>
          <p:sp>
            <p:nvSpPr>
              <p:cNvPr name="TextBox 47" id="47"/>
              <p:cNvSpPr txBox="true"/>
              <p:nvPr/>
            </p:nvSpPr>
            <p:spPr>
              <a:xfrm>
                <a:off x="152400" y="101600"/>
                <a:ext cx="1270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B</a:t>
                </a:r>
              </a:p>
            </p:txBody>
          </p:sp>
        </p:grpSp>
        <p:sp>
          <p:nvSpPr>
            <p:cNvPr name="AutoShape 48" id="48"/>
            <p:cNvSpPr/>
            <p:nvPr/>
          </p:nvSpPr>
          <p:spPr>
            <a:xfrm>
              <a:off x="7569200" y="127000"/>
              <a:ext cx="431800" cy="444500"/>
            </a:xfrm>
            <a:prstGeom prst="roundRect">
              <a:avLst/>
            </a:prstGeom>
            <a:solidFill>
              <a:srgbClr val="42A5F5"/>
            </a:solidFill>
            <a:ln>
              <a:noFill/>
            </a:ln>
          </p:spPr>
        </p:sp>
        <p:grpSp>
          <p:nvGrpSpPr>
            <p:cNvPr name="Group 49" id="49"/>
            <p:cNvGrpSpPr/>
            <p:nvPr/>
          </p:nvGrpSpPr>
          <p:grpSpPr>
            <a:xfrm>
              <a:off x="7569200" y="127000"/>
              <a:ext cx="431800" cy="444500"/>
              <a:chOff x="0" y="0"/>
              <a:chExt cx="431800" cy="444500"/>
            </a:xfrm>
          </p:grpSpPr>
          <p:sp>
            <p:nvSpPr>
              <p:cNvPr name="TextBox 50" id="50"/>
              <p:cNvSpPr txBox="true"/>
              <p:nvPr/>
            </p:nvSpPr>
            <p:spPr>
              <a:xfrm>
                <a:off x="152400" y="101600"/>
                <a:ext cx="1270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C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align-items variations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39800"/>
            <a:ext cx="8128000" cy="3822700"/>
            <a:chOff x="0" y="0"/>
            <a:chExt cx="8128000" cy="38227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2628900" cy="3822700"/>
              <a:chOff x="0" y="0"/>
              <a:chExt cx="2628900" cy="38227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26289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align-items: flex-start</a:t>
                </a:r>
              </a:p>
            </p:txBody>
          </p:sp>
          <p:sp>
            <p:nvSpPr>
              <p:cNvPr name="AutoShape 6" id="6"/>
              <p:cNvSpPr/>
              <p:nvPr/>
            </p:nvSpPr>
            <p:spPr>
              <a:xfrm>
                <a:off x="0" y="381000"/>
                <a:ext cx="2628900" cy="3454400"/>
              </a:xfrm>
              <a:prstGeom prst="roundRect">
                <a:avLst/>
              </a:prstGeom>
              <a:solidFill>
                <a:srgbClr val="F5F5F5"/>
              </a:solidFill>
              <a:ln>
                <a:noFill/>
              </a:ln>
            </p:spPr>
          </p:sp>
          <p:grpSp>
            <p:nvGrpSpPr>
              <p:cNvPr name="Group 7" id="7"/>
              <p:cNvGrpSpPr/>
              <p:nvPr/>
            </p:nvGrpSpPr>
            <p:grpSpPr>
              <a:xfrm>
                <a:off x="0" y="381000"/>
                <a:ext cx="2628900" cy="3454400"/>
                <a:chOff x="0" y="0"/>
                <a:chExt cx="2628900" cy="3454400"/>
              </a:xfrm>
            </p:grpSpPr>
            <p:sp>
              <p:nvSpPr>
                <p:cNvPr name="AutoShape 8" id="8"/>
                <p:cNvSpPr/>
                <p:nvPr/>
              </p:nvSpPr>
              <p:spPr>
                <a:xfrm>
                  <a:off x="127000" y="127000"/>
                  <a:ext cx="850900" cy="4572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9" id="9"/>
                <p:cNvGrpSpPr/>
                <p:nvPr/>
              </p:nvGrpSpPr>
              <p:grpSpPr>
                <a:xfrm>
                  <a:off x="127000" y="127000"/>
                  <a:ext cx="850900" cy="457200"/>
                  <a:chOff x="0" y="0"/>
                  <a:chExt cx="850900" cy="457200"/>
                </a:xfrm>
              </p:grpSpPr>
              <p:sp>
                <p:nvSpPr>
                  <p:cNvPr name="TextBox 10" id="10"/>
                  <p:cNvSpPr txBox="true"/>
                  <p:nvPr/>
                </p:nvSpPr>
                <p:spPr>
                  <a:xfrm>
                    <a:off x="152400" y="101600"/>
                    <a:ext cx="558800" cy="2540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Short</a:t>
                    </a:r>
                  </a:p>
                </p:txBody>
              </p:sp>
            </p:grpSp>
            <p:sp>
              <p:nvSpPr>
                <p:cNvPr name="AutoShape 11" id="11"/>
                <p:cNvSpPr/>
                <p:nvPr/>
              </p:nvSpPr>
              <p:spPr>
                <a:xfrm>
                  <a:off x="1079500" y="127000"/>
                  <a:ext cx="749300" cy="7620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12" id="12"/>
                <p:cNvGrpSpPr/>
                <p:nvPr/>
              </p:nvGrpSpPr>
              <p:grpSpPr>
                <a:xfrm>
                  <a:off x="1079500" y="127000"/>
                  <a:ext cx="749300" cy="762000"/>
                  <a:chOff x="0" y="0"/>
                  <a:chExt cx="749300" cy="762000"/>
                </a:xfrm>
              </p:grpSpPr>
              <p:sp>
                <p:nvSpPr>
                  <p:cNvPr name="TextBox 13" id="13"/>
                  <p:cNvSpPr txBox="true"/>
                  <p:nvPr/>
                </p:nvSpPr>
                <p:spPr>
                  <a:xfrm>
                    <a:off x="152400" y="254000"/>
                    <a:ext cx="444500" cy="2540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Tall</a:t>
                    </a:r>
                  </a:p>
                </p:txBody>
              </p:sp>
            </p:grpSp>
            <p:sp>
              <p:nvSpPr>
                <p:cNvPr name="AutoShape 14" id="14"/>
                <p:cNvSpPr/>
                <p:nvPr/>
              </p:nvSpPr>
              <p:spPr>
                <a:xfrm>
                  <a:off x="1930400" y="127000"/>
                  <a:ext cx="863600" cy="4572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15" id="15"/>
                <p:cNvGrpSpPr/>
                <p:nvPr/>
              </p:nvGrpSpPr>
              <p:grpSpPr>
                <a:xfrm>
                  <a:off x="1930400" y="127000"/>
                  <a:ext cx="863600" cy="457200"/>
                  <a:chOff x="0" y="0"/>
                  <a:chExt cx="863600" cy="457200"/>
                </a:xfrm>
              </p:grpSpPr>
              <p:sp>
                <p:nvSpPr>
                  <p:cNvPr name="TextBox 16" id="16"/>
                  <p:cNvSpPr txBox="true"/>
                  <p:nvPr/>
                </p:nvSpPr>
                <p:spPr>
                  <a:xfrm>
                    <a:off x="152400" y="101600"/>
                    <a:ext cx="558800" cy="2540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Short</a:t>
                    </a:r>
                  </a:p>
                </p:txBody>
              </p:sp>
            </p:grpSp>
          </p:grpSp>
        </p:grpSp>
        <p:grpSp>
          <p:nvGrpSpPr>
            <p:cNvPr name="Group 17" id="17"/>
            <p:cNvGrpSpPr/>
            <p:nvPr/>
          </p:nvGrpSpPr>
          <p:grpSpPr>
            <a:xfrm>
              <a:off x="2755900" y="0"/>
              <a:ext cx="2616200" cy="3822700"/>
              <a:chOff x="0" y="0"/>
              <a:chExt cx="2616200" cy="3822700"/>
            </a:xfrm>
          </p:grpSpPr>
          <p:sp>
            <p:nvSpPr>
              <p:cNvPr name="TextBox 18" id="18"/>
              <p:cNvSpPr txBox="true"/>
              <p:nvPr/>
            </p:nvSpPr>
            <p:spPr>
              <a:xfrm>
                <a:off x="0" y="0"/>
                <a:ext cx="26416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align-items: center</a:t>
                </a:r>
              </a:p>
            </p:txBody>
          </p:sp>
          <p:sp>
            <p:nvSpPr>
              <p:cNvPr name="AutoShape 19" id="19"/>
              <p:cNvSpPr/>
              <p:nvPr/>
            </p:nvSpPr>
            <p:spPr>
              <a:xfrm>
                <a:off x="0" y="381000"/>
                <a:ext cx="2616200" cy="3454400"/>
              </a:xfrm>
              <a:prstGeom prst="roundRect">
                <a:avLst/>
              </a:prstGeom>
              <a:solidFill>
                <a:srgbClr val="F5F5F5"/>
              </a:solidFill>
              <a:ln>
                <a:noFill/>
              </a:ln>
            </p:spPr>
          </p:sp>
          <p:grpSp>
            <p:nvGrpSpPr>
              <p:cNvPr name="Group 20" id="20"/>
              <p:cNvGrpSpPr/>
              <p:nvPr/>
            </p:nvGrpSpPr>
            <p:grpSpPr>
              <a:xfrm>
                <a:off x="0" y="381000"/>
                <a:ext cx="2616200" cy="3454400"/>
                <a:chOff x="0" y="0"/>
                <a:chExt cx="2616200" cy="3454400"/>
              </a:xfrm>
            </p:grpSpPr>
            <p:sp>
              <p:nvSpPr>
                <p:cNvPr name="AutoShape 21" id="21"/>
                <p:cNvSpPr/>
                <p:nvPr/>
              </p:nvSpPr>
              <p:spPr>
                <a:xfrm>
                  <a:off x="127000" y="1498600"/>
                  <a:ext cx="850900" cy="4572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22" id="22"/>
                <p:cNvGrpSpPr/>
                <p:nvPr/>
              </p:nvGrpSpPr>
              <p:grpSpPr>
                <a:xfrm>
                  <a:off x="127000" y="1498600"/>
                  <a:ext cx="850900" cy="457200"/>
                  <a:chOff x="0" y="0"/>
                  <a:chExt cx="850900" cy="457200"/>
                </a:xfrm>
              </p:grpSpPr>
              <p:sp>
                <p:nvSpPr>
                  <p:cNvPr name="TextBox 23" id="23"/>
                  <p:cNvSpPr txBox="true"/>
                  <p:nvPr/>
                </p:nvSpPr>
                <p:spPr>
                  <a:xfrm>
                    <a:off x="152400" y="101600"/>
                    <a:ext cx="571500" cy="2540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Short</a:t>
                    </a:r>
                  </a:p>
                </p:txBody>
              </p:sp>
            </p:grpSp>
            <p:sp>
              <p:nvSpPr>
                <p:cNvPr name="AutoShape 24" id="24"/>
                <p:cNvSpPr/>
                <p:nvPr/>
              </p:nvSpPr>
              <p:spPr>
                <a:xfrm>
                  <a:off x="1079500" y="1346200"/>
                  <a:ext cx="749300" cy="7620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25" id="25"/>
                <p:cNvGrpSpPr/>
                <p:nvPr/>
              </p:nvGrpSpPr>
              <p:grpSpPr>
                <a:xfrm>
                  <a:off x="1079500" y="1346200"/>
                  <a:ext cx="749300" cy="762000"/>
                  <a:chOff x="0" y="0"/>
                  <a:chExt cx="749300" cy="762000"/>
                </a:xfrm>
              </p:grpSpPr>
              <p:sp>
                <p:nvSpPr>
                  <p:cNvPr name="TextBox 26" id="26"/>
                  <p:cNvSpPr txBox="true"/>
                  <p:nvPr/>
                </p:nvSpPr>
                <p:spPr>
                  <a:xfrm>
                    <a:off x="152400" y="254000"/>
                    <a:ext cx="444500" cy="2540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Tall</a:t>
                    </a:r>
                  </a:p>
                </p:txBody>
              </p:sp>
            </p:grpSp>
            <p:sp>
              <p:nvSpPr>
                <p:cNvPr name="AutoShape 27" id="27"/>
                <p:cNvSpPr/>
                <p:nvPr/>
              </p:nvSpPr>
              <p:spPr>
                <a:xfrm>
                  <a:off x="1930400" y="1498600"/>
                  <a:ext cx="850900" cy="4572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28" id="28"/>
                <p:cNvGrpSpPr/>
                <p:nvPr/>
              </p:nvGrpSpPr>
              <p:grpSpPr>
                <a:xfrm>
                  <a:off x="1930400" y="1498600"/>
                  <a:ext cx="850900" cy="457200"/>
                  <a:chOff x="0" y="0"/>
                  <a:chExt cx="850900" cy="457200"/>
                </a:xfrm>
              </p:grpSpPr>
              <p:sp>
                <p:nvSpPr>
                  <p:cNvPr name="TextBox 29" id="29"/>
                  <p:cNvSpPr txBox="true"/>
                  <p:nvPr/>
                </p:nvSpPr>
                <p:spPr>
                  <a:xfrm>
                    <a:off x="152400" y="101600"/>
                    <a:ext cx="558800" cy="2540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Short</a:t>
                    </a:r>
                  </a:p>
                </p:txBody>
              </p:sp>
            </p:grpSp>
          </p:grpSp>
        </p:grpSp>
        <p:grpSp>
          <p:nvGrpSpPr>
            <p:cNvPr name="Group 30" id="30"/>
            <p:cNvGrpSpPr/>
            <p:nvPr/>
          </p:nvGrpSpPr>
          <p:grpSpPr>
            <a:xfrm>
              <a:off x="5499100" y="0"/>
              <a:ext cx="2628900" cy="3822700"/>
              <a:chOff x="0" y="0"/>
              <a:chExt cx="2628900" cy="3822700"/>
            </a:xfrm>
          </p:grpSpPr>
          <p:sp>
            <p:nvSpPr>
              <p:cNvPr name="TextBox 31" id="31"/>
              <p:cNvSpPr txBox="true"/>
              <p:nvPr/>
            </p:nvSpPr>
            <p:spPr>
              <a:xfrm>
                <a:off x="0" y="0"/>
                <a:ext cx="26289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align-items: flex-end</a:t>
                </a:r>
              </a:p>
            </p:txBody>
          </p:sp>
          <p:sp>
            <p:nvSpPr>
              <p:cNvPr name="AutoShape 32" id="32"/>
              <p:cNvSpPr/>
              <p:nvPr/>
            </p:nvSpPr>
            <p:spPr>
              <a:xfrm>
                <a:off x="0" y="381000"/>
                <a:ext cx="2628900" cy="3454400"/>
              </a:xfrm>
              <a:prstGeom prst="roundRect">
                <a:avLst/>
              </a:prstGeom>
              <a:solidFill>
                <a:srgbClr val="F5F5F5"/>
              </a:solidFill>
              <a:ln>
                <a:noFill/>
              </a:ln>
            </p:spPr>
          </p:sp>
          <p:grpSp>
            <p:nvGrpSpPr>
              <p:cNvPr name="Group 33" id="33"/>
              <p:cNvGrpSpPr/>
              <p:nvPr/>
            </p:nvGrpSpPr>
            <p:grpSpPr>
              <a:xfrm>
                <a:off x="0" y="381000"/>
                <a:ext cx="2628900" cy="3454400"/>
                <a:chOff x="0" y="0"/>
                <a:chExt cx="2628900" cy="3454400"/>
              </a:xfrm>
            </p:grpSpPr>
            <p:sp>
              <p:nvSpPr>
                <p:cNvPr name="AutoShape 34" id="34"/>
                <p:cNvSpPr/>
                <p:nvPr/>
              </p:nvSpPr>
              <p:spPr>
                <a:xfrm>
                  <a:off x="127000" y="2870200"/>
                  <a:ext cx="863600" cy="4572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35" id="35"/>
                <p:cNvGrpSpPr/>
                <p:nvPr/>
              </p:nvGrpSpPr>
              <p:grpSpPr>
                <a:xfrm>
                  <a:off x="127000" y="2870200"/>
                  <a:ext cx="863600" cy="457200"/>
                  <a:chOff x="0" y="0"/>
                  <a:chExt cx="863600" cy="457200"/>
                </a:xfrm>
              </p:grpSpPr>
              <p:sp>
                <p:nvSpPr>
                  <p:cNvPr name="TextBox 36" id="36"/>
                  <p:cNvSpPr txBox="true"/>
                  <p:nvPr/>
                </p:nvSpPr>
                <p:spPr>
                  <a:xfrm>
                    <a:off x="152400" y="101600"/>
                    <a:ext cx="558800" cy="2540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Short</a:t>
                    </a:r>
                  </a:p>
                </p:txBody>
              </p:sp>
            </p:grpSp>
            <p:sp>
              <p:nvSpPr>
                <p:cNvPr name="AutoShape 37" id="37"/>
                <p:cNvSpPr/>
                <p:nvPr/>
              </p:nvSpPr>
              <p:spPr>
                <a:xfrm>
                  <a:off x="1079500" y="2565400"/>
                  <a:ext cx="749300" cy="7620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38" id="38"/>
                <p:cNvGrpSpPr/>
                <p:nvPr/>
              </p:nvGrpSpPr>
              <p:grpSpPr>
                <a:xfrm>
                  <a:off x="1079500" y="2565400"/>
                  <a:ext cx="749300" cy="762000"/>
                  <a:chOff x="0" y="0"/>
                  <a:chExt cx="749300" cy="762000"/>
                </a:xfrm>
              </p:grpSpPr>
              <p:sp>
                <p:nvSpPr>
                  <p:cNvPr name="TextBox 39" id="39"/>
                  <p:cNvSpPr txBox="true"/>
                  <p:nvPr/>
                </p:nvSpPr>
                <p:spPr>
                  <a:xfrm>
                    <a:off x="152400" y="254000"/>
                    <a:ext cx="444500" cy="2540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Tall</a:t>
                    </a:r>
                  </a:p>
                </p:txBody>
              </p:sp>
            </p:grpSp>
            <p:sp>
              <p:nvSpPr>
                <p:cNvPr name="AutoShape 40" id="40"/>
                <p:cNvSpPr/>
                <p:nvPr/>
              </p:nvSpPr>
              <p:spPr>
                <a:xfrm>
                  <a:off x="1930400" y="2870200"/>
                  <a:ext cx="850900" cy="4572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41" id="41"/>
                <p:cNvGrpSpPr/>
                <p:nvPr/>
              </p:nvGrpSpPr>
              <p:grpSpPr>
                <a:xfrm>
                  <a:off x="1930400" y="2870200"/>
                  <a:ext cx="850900" cy="457200"/>
                  <a:chOff x="0" y="0"/>
                  <a:chExt cx="850900" cy="457200"/>
                </a:xfrm>
              </p:grpSpPr>
              <p:sp>
                <p:nvSpPr>
                  <p:cNvPr name="TextBox 42" id="42"/>
                  <p:cNvSpPr txBox="true"/>
                  <p:nvPr/>
                </p:nvSpPr>
                <p:spPr>
                  <a:xfrm>
                    <a:off x="152400" y="101600"/>
                    <a:ext cx="571500" cy="2540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Short</a:t>
                    </a: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flex-grow distribution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927100"/>
            <a:ext cx="8128000" cy="2667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400">
                <a:solidFill>
                  <a:srgbClr val="666666"/>
                </a:solidFill>
                <a:latin typeface="Microsoft YaHei"/>
              </a:rPr>
              <a:t>All flex-grow: 1 (equal)</a:t>
            </a:r>
          </a:p>
        </p:txBody>
      </p:sp>
      <p:sp>
        <p:nvSpPr>
          <p:cNvPr name="AutoShape 4" id="4"/>
          <p:cNvSpPr/>
          <p:nvPr/>
        </p:nvSpPr>
        <p:spPr>
          <a:xfrm>
            <a:off x="508000" y="1308100"/>
            <a:ext cx="8128000" cy="812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</p:sp>
      <p:grpSp>
        <p:nvGrpSpPr>
          <p:cNvPr name="Group 5" id="5"/>
          <p:cNvGrpSpPr/>
          <p:nvPr/>
        </p:nvGrpSpPr>
        <p:grpSpPr>
          <a:xfrm>
            <a:off x="508000" y="1308100"/>
            <a:ext cx="8128000" cy="812800"/>
            <a:chOff x="0" y="0"/>
            <a:chExt cx="8128000" cy="812800"/>
          </a:xfrm>
        </p:grpSpPr>
        <p:sp>
          <p:nvSpPr>
            <p:cNvPr name="AutoShape 6" id="6"/>
            <p:cNvSpPr/>
            <p:nvPr/>
          </p:nvSpPr>
          <p:spPr>
            <a:xfrm>
              <a:off x="127000" y="127000"/>
              <a:ext cx="2552700" cy="558800"/>
            </a:xfrm>
            <a:prstGeom prst="roundRect">
              <a:avLst/>
            </a:prstGeom>
            <a:solidFill>
              <a:srgbClr val="42A5F5"/>
            </a:solidFill>
            <a:ln>
              <a:noFill/>
            </a:ln>
          </p:spPr>
        </p:sp>
        <p:grpSp>
          <p:nvGrpSpPr>
            <p:cNvPr name="Group 7" id="7"/>
            <p:cNvGrpSpPr/>
            <p:nvPr/>
          </p:nvGrpSpPr>
          <p:grpSpPr>
            <a:xfrm>
              <a:off x="127000" y="127000"/>
              <a:ext cx="2552700" cy="558800"/>
              <a:chOff x="0" y="0"/>
              <a:chExt cx="2552700" cy="558800"/>
            </a:xfrm>
          </p:grpSpPr>
          <p:sp>
            <p:nvSpPr>
              <p:cNvPr name="TextBox 8" id="8"/>
              <p:cNvSpPr txBox="true"/>
              <p:nvPr/>
            </p:nvSpPr>
            <p:spPr>
              <a:xfrm>
                <a:off x="152400" y="101600"/>
                <a:ext cx="22606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1</a:t>
                </a:r>
              </a:p>
            </p:txBody>
          </p:sp>
        </p:grpSp>
        <p:sp>
          <p:nvSpPr>
            <p:cNvPr name="AutoShape 9" id="9"/>
            <p:cNvSpPr/>
            <p:nvPr/>
          </p:nvSpPr>
          <p:spPr>
            <a:xfrm>
              <a:off x="2781300" y="127000"/>
              <a:ext cx="2565400" cy="558800"/>
            </a:xfrm>
            <a:prstGeom prst="roundRect">
              <a:avLst/>
            </a:prstGeom>
            <a:solidFill>
              <a:srgbClr val="42A5F5"/>
            </a:solidFill>
            <a:ln>
              <a:noFill/>
            </a:ln>
          </p:spPr>
        </p:sp>
        <p:grpSp>
          <p:nvGrpSpPr>
            <p:cNvPr name="Group 10" id="10"/>
            <p:cNvGrpSpPr/>
            <p:nvPr/>
          </p:nvGrpSpPr>
          <p:grpSpPr>
            <a:xfrm>
              <a:off x="2781300" y="127000"/>
              <a:ext cx="2565400" cy="558800"/>
              <a:chOff x="0" y="0"/>
              <a:chExt cx="2565400" cy="558800"/>
            </a:xfrm>
          </p:grpSpPr>
          <p:sp>
            <p:nvSpPr>
              <p:cNvPr name="TextBox 11" id="11"/>
              <p:cNvSpPr txBox="true"/>
              <p:nvPr/>
            </p:nvSpPr>
            <p:spPr>
              <a:xfrm>
                <a:off x="152400" y="101600"/>
                <a:ext cx="22606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1</a:t>
                </a:r>
              </a:p>
            </p:txBody>
          </p:sp>
        </p:grpSp>
        <p:sp>
          <p:nvSpPr>
            <p:cNvPr name="AutoShape 12" id="12"/>
            <p:cNvSpPr/>
            <p:nvPr/>
          </p:nvSpPr>
          <p:spPr>
            <a:xfrm>
              <a:off x="5448300" y="127000"/>
              <a:ext cx="2552700" cy="558800"/>
            </a:xfrm>
            <a:prstGeom prst="roundRect">
              <a:avLst/>
            </a:prstGeom>
            <a:solidFill>
              <a:srgbClr val="42A5F5"/>
            </a:solidFill>
            <a:ln>
              <a:noFill/>
            </a:ln>
          </p:spPr>
        </p:sp>
        <p:grpSp>
          <p:nvGrpSpPr>
            <p:cNvPr name="Group 13" id="13"/>
            <p:cNvGrpSpPr/>
            <p:nvPr/>
          </p:nvGrpSpPr>
          <p:grpSpPr>
            <a:xfrm>
              <a:off x="5448300" y="127000"/>
              <a:ext cx="2552700" cy="558800"/>
              <a:chOff x="0" y="0"/>
              <a:chExt cx="2552700" cy="558800"/>
            </a:xfrm>
          </p:grpSpPr>
          <p:sp>
            <p:nvSpPr>
              <p:cNvPr name="TextBox 14" id="14"/>
              <p:cNvSpPr txBox="true"/>
              <p:nvPr/>
            </p:nvSpPr>
            <p:spPr>
              <a:xfrm>
                <a:off x="152400" y="101600"/>
                <a:ext cx="22606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1</a:t>
                </a: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>
            <a:off x="508000" y="2247900"/>
            <a:ext cx="8128000" cy="254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400">
                <a:solidFill>
                  <a:srgbClr val="666666"/>
                </a:solidFill>
                <a:latin typeface="Microsoft YaHei"/>
              </a:rPr>
              <a:t>flex-grow: 1 / 2 / 1</a:t>
            </a:r>
          </a:p>
        </p:txBody>
      </p:sp>
      <p:sp>
        <p:nvSpPr>
          <p:cNvPr name="AutoShape 16" id="16"/>
          <p:cNvSpPr/>
          <p:nvPr/>
        </p:nvSpPr>
        <p:spPr>
          <a:xfrm>
            <a:off x="508000" y="2628900"/>
            <a:ext cx="8128000" cy="812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</p:sp>
      <p:grpSp>
        <p:nvGrpSpPr>
          <p:cNvPr name="Group 17" id="17"/>
          <p:cNvGrpSpPr/>
          <p:nvPr/>
        </p:nvGrpSpPr>
        <p:grpSpPr>
          <a:xfrm>
            <a:off x="508000" y="2628900"/>
            <a:ext cx="8128000" cy="812800"/>
            <a:chOff x="0" y="0"/>
            <a:chExt cx="8128000" cy="812800"/>
          </a:xfrm>
        </p:grpSpPr>
        <p:sp>
          <p:nvSpPr>
            <p:cNvPr name="AutoShape 18" id="18"/>
            <p:cNvSpPr/>
            <p:nvPr/>
          </p:nvSpPr>
          <p:spPr>
            <a:xfrm>
              <a:off x="127000" y="127000"/>
              <a:ext cx="2019300" cy="558800"/>
            </a:xfrm>
            <a:prstGeom prst="roundRect">
              <a:avLst/>
            </a:prstGeom>
            <a:solidFill>
              <a:srgbClr val="42A5F5"/>
            </a:solidFill>
            <a:ln>
              <a:noFill/>
            </a:ln>
          </p:spPr>
        </p:sp>
        <p:grpSp>
          <p:nvGrpSpPr>
            <p:cNvPr name="Group 19" id="19"/>
            <p:cNvGrpSpPr/>
            <p:nvPr/>
          </p:nvGrpSpPr>
          <p:grpSpPr>
            <a:xfrm>
              <a:off x="127000" y="127000"/>
              <a:ext cx="2019300" cy="558800"/>
              <a:chOff x="0" y="0"/>
              <a:chExt cx="2019300" cy="558800"/>
            </a:xfrm>
          </p:grpSpPr>
          <p:sp>
            <p:nvSpPr>
              <p:cNvPr name="TextBox 20" id="20"/>
              <p:cNvSpPr txBox="true"/>
              <p:nvPr/>
            </p:nvSpPr>
            <p:spPr>
              <a:xfrm>
                <a:off x="152400" y="101600"/>
                <a:ext cx="17272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1</a:t>
                </a:r>
              </a:p>
            </p:txBody>
          </p:sp>
        </p:grpSp>
        <p:sp>
          <p:nvSpPr>
            <p:cNvPr name="AutoShape 21" id="21"/>
            <p:cNvSpPr/>
            <p:nvPr/>
          </p:nvSpPr>
          <p:spPr>
            <a:xfrm>
              <a:off x="2247900" y="127000"/>
              <a:ext cx="3632200" cy="558800"/>
            </a:xfrm>
            <a:prstGeom prst="roundRect">
              <a:avLst/>
            </a:prstGeom>
            <a:solidFill>
              <a:srgbClr val="EF5350"/>
            </a:solidFill>
            <a:ln>
              <a:noFill/>
            </a:ln>
          </p:spPr>
        </p:sp>
        <p:grpSp>
          <p:nvGrpSpPr>
            <p:cNvPr name="Group 22" id="22"/>
            <p:cNvGrpSpPr/>
            <p:nvPr/>
          </p:nvGrpSpPr>
          <p:grpSpPr>
            <a:xfrm>
              <a:off x="2247900" y="127000"/>
              <a:ext cx="3632200" cy="558800"/>
              <a:chOff x="0" y="0"/>
              <a:chExt cx="3632200" cy="558800"/>
            </a:xfrm>
          </p:grpSpPr>
          <p:sp>
            <p:nvSpPr>
              <p:cNvPr name="TextBox 23" id="23"/>
              <p:cNvSpPr txBox="true"/>
              <p:nvPr/>
            </p:nvSpPr>
            <p:spPr>
              <a:xfrm>
                <a:off x="152400" y="101600"/>
                <a:ext cx="33274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2</a:t>
                </a:r>
              </a:p>
            </p:txBody>
          </p:sp>
        </p:grpSp>
        <p:sp>
          <p:nvSpPr>
            <p:cNvPr name="AutoShape 24" id="24"/>
            <p:cNvSpPr/>
            <p:nvPr/>
          </p:nvSpPr>
          <p:spPr>
            <a:xfrm>
              <a:off x="5981700" y="127000"/>
              <a:ext cx="2019300" cy="558800"/>
            </a:xfrm>
            <a:prstGeom prst="roundRect">
              <a:avLst/>
            </a:prstGeom>
            <a:solidFill>
              <a:srgbClr val="42A5F5"/>
            </a:solidFill>
            <a:ln>
              <a:noFill/>
            </a:ln>
          </p:spPr>
        </p:sp>
        <p:grpSp>
          <p:nvGrpSpPr>
            <p:cNvPr name="Group 25" id="25"/>
            <p:cNvGrpSpPr/>
            <p:nvPr/>
          </p:nvGrpSpPr>
          <p:grpSpPr>
            <a:xfrm>
              <a:off x="5981700" y="127000"/>
              <a:ext cx="2019300" cy="558800"/>
              <a:chOff x="0" y="0"/>
              <a:chExt cx="2019300" cy="558800"/>
            </a:xfrm>
          </p:grpSpPr>
          <p:sp>
            <p:nvSpPr>
              <p:cNvPr name="TextBox 26" id="26"/>
              <p:cNvSpPr txBox="true"/>
              <p:nvPr/>
            </p:nvSpPr>
            <p:spPr>
              <a:xfrm>
                <a:off x="152400" y="101600"/>
                <a:ext cx="17272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1</a:t>
                </a:r>
              </a:p>
            </p:txBody>
          </p:sp>
        </p:grpSp>
      </p:grpSp>
      <p:sp>
        <p:nvSpPr>
          <p:cNvPr name="TextBox 27" id="27"/>
          <p:cNvSpPr txBox="true"/>
          <p:nvPr/>
        </p:nvSpPr>
        <p:spPr>
          <a:xfrm>
            <a:off x="508000" y="3568700"/>
            <a:ext cx="8128000" cy="254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400">
                <a:solidFill>
                  <a:srgbClr val="666666"/>
                </a:solidFill>
                <a:latin typeface="Microsoft YaHei"/>
              </a:rPr>
              <a:t>flex-grow: 1 / 3 / 1</a:t>
            </a:r>
          </a:p>
        </p:txBody>
      </p:sp>
      <p:sp>
        <p:nvSpPr>
          <p:cNvPr name="AutoShape 28" id="28"/>
          <p:cNvSpPr/>
          <p:nvPr/>
        </p:nvSpPr>
        <p:spPr>
          <a:xfrm>
            <a:off x="508000" y="3949700"/>
            <a:ext cx="8128000" cy="812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</p:sp>
      <p:grpSp>
        <p:nvGrpSpPr>
          <p:cNvPr name="Group 29" id="29"/>
          <p:cNvGrpSpPr/>
          <p:nvPr/>
        </p:nvGrpSpPr>
        <p:grpSpPr>
          <a:xfrm>
            <a:off x="508000" y="3949700"/>
            <a:ext cx="8128000" cy="812800"/>
            <a:chOff x="0" y="0"/>
            <a:chExt cx="8128000" cy="812800"/>
          </a:xfrm>
        </p:grpSpPr>
        <p:sp>
          <p:nvSpPr>
            <p:cNvPr name="AutoShape 30" id="30"/>
            <p:cNvSpPr/>
            <p:nvPr/>
          </p:nvSpPr>
          <p:spPr>
            <a:xfrm>
              <a:off x="127000" y="127000"/>
              <a:ext cx="1701800" cy="558800"/>
            </a:xfrm>
            <a:prstGeom prst="roundRect">
              <a:avLst/>
            </a:prstGeom>
            <a:solidFill>
              <a:srgbClr val="42A5F5"/>
            </a:solidFill>
            <a:ln>
              <a:noFill/>
            </a:ln>
          </p:spPr>
        </p:sp>
        <p:grpSp>
          <p:nvGrpSpPr>
            <p:cNvPr name="Group 31" id="31"/>
            <p:cNvGrpSpPr/>
            <p:nvPr/>
          </p:nvGrpSpPr>
          <p:grpSpPr>
            <a:xfrm>
              <a:off x="127000" y="127000"/>
              <a:ext cx="1701800" cy="558800"/>
              <a:chOff x="0" y="0"/>
              <a:chExt cx="1701800" cy="558800"/>
            </a:xfrm>
          </p:grpSpPr>
          <p:sp>
            <p:nvSpPr>
              <p:cNvPr name="TextBox 32" id="32"/>
              <p:cNvSpPr txBox="true"/>
              <p:nvPr/>
            </p:nvSpPr>
            <p:spPr>
              <a:xfrm>
                <a:off x="152400" y="101600"/>
                <a:ext cx="14097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1</a:t>
                </a:r>
              </a:p>
            </p:txBody>
          </p:sp>
        </p:grpSp>
        <p:sp>
          <p:nvSpPr>
            <p:cNvPr name="AutoShape 33" id="33"/>
            <p:cNvSpPr/>
            <p:nvPr/>
          </p:nvSpPr>
          <p:spPr>
            <a:xfrm>
              <a:off x="1930400" y="127000"/>
              <a:ext cx="4267200" cy="558800"/>
            </a:xfrm>
            <a:prstGeom prst="roundRect">
              <a:avLst/>
            </a:prstGeom>
            <a:solidFill>
              <a:srgbClr val="66BB6A"/>
            </a:solidFill>
            <a:ln>
              <a:noFill/>
            </a:ln>
          </p:spPr>
        </p:sp>
        <p:grpSp>
          <p:nvGrpSpPr>
            <p:cNvPr name="Group 34" id="34"/>
            <p:cNvGrpSpPr/>
            <p:nvPr/>
          </p:nvGrpSpPr>
          <p:grpSpPr>
            <a:xfrm>
              <a:off x="1930400" y="127000"/>
              <a:ext cx="4267200" cy="558800"/>
              <a:chOff x="0" y="0"/>
              <a:chExt cx="4267200" cy="558800"/>
            </a:xfrm>
          </p:grpSpPr>
          <p:sp>
            <p:nvSpPr>
              <p:cNvPr name="TextBox 35" id="35"/>
              <p:cNvSpPr txBox="true"/>
              <p:nvPr/>
            </p:nvSpPr>
            <p:spPr>
              <a:xfrm>
                <a:off x="152400" y="101600"/>
                <a:ext cx="39624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3</a:t>
                </a:r>
              </a:p>
            </p:txBody>
          </p:sp>
        </p:grpSp>
        <p:sp>
          <p:nvSpPr>
            <p:cNvPr name="AutoShape 36" id="36"/>
            <p:cNvSpPr/>
            <p:nvPr/>
          </p:nvSpPr>
          <p:spPr>
            <a:xfrm>
              <a:off x="6299200" y="127000"/>
              <a:ext cx="1701800" cy="558800"/>
            </a:xfrm>
            <a:prstGeom prst="roundRect">
              <a:avLst/>
            </a:prstGeom>
            <a:solidFill>
              <a:srgbClr val="42A5F5"/>
            </a:solidFill>
            <a:ln>
              <a:noFill/>
            </a:ln>
          </p:spPr>
        </p:sp>
        <p:grpSp>
          <p:nvGrpSpPr>
            <p:cNvPr name="Group 37" id="37"/>
            <p:cNvGrpSpPr/>
            <p:nvPr/>
          </p:nvGrpSpPr>
          <p:grpSpPr>
            <a:xfrm>
              <a:off x="6299200" y="127000"/>
              <a:ext cx="1701800" cy="558800"/>
              <a:chOff x="0" y="0"/>
              <a:chExt cx="1701800" cy="558800"/>
            </a:xfrm>
          </p:grpSpPr>
          <p:sp>
            <p:nvSpPr>
              <p:cNvPr name="TextBox 38" id="38"/>
              <p:cNvSpPr txBox="true"/>
              <p:nvPr/>
            </p:nvSpPr>
            <p:spPr>
              <a:xfrm>
                <a:off x="152400" y="101600"/>
                <a:ext cx="14097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1</a:t>
                </a: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Gap &amp; Padding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39800"/>
            <a:ext cx="8128000" cy="3822700"/>
            <a:chOff x="0" y="0"/>
            <a:chExt cx="8128000" cy="38227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4000500" cy="3822700"/>
              <a:chOff x="0" y="0"/>
              <a:chExt cx="4000500" cy="38227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40005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gap: 5px</a:t>
                </a:r>
              </a:p>
            </p:txBody>
          </p:sp>
          <p:sp>
            <p:nvSpPr>
              <p:cNvPr name="AutoShape 6" id="6"/>
              <p:cNvSpPr/>
              <p:nvPr/>
            </p:nvSpPr>
            <p:spPr>
              <a:xfrm>
                <a:off x="0" y="381000"/>
                <a:ext cx="4000500" cy="1473200"/>
              </a:xfrm>
              <a:prstGeom prst="roundRect">
                <a:avLst/>
              </a:prstGeom>
              <a:solidFill>
                <a:srgbClr val="F5F5F5"/>
              </a:solidFill>
              <a:ln>
                <a:noFill/>
              </a:ln>
            </p:spPr>
          </p:sp>
          <p:grpSp>
            <p:nvGrpSpPr>
              <p:cNvPr name="Group 7" id="7"/>
              <p:cNvGrpSpPr/>
              <p:nvPr/>
            </p:nvGrpSpPr>
            <p:grpSpPr>
              <a:xfrm>
                <a:off x="0" y="381000"/>
                <a:ext cx="4000500" cy="1473200"/>
                <a:chOff x="0" y="0"/>
                <a:chExt cx="4000500" cy="1473200"/>
              </a:xfrm>
            </p:grpSpPr>
            <p:sp>
              <p:nvSpPr>
                <p:cNvPr name="AutoShape 8" id="8"/>
                <p:cNvSpPr/>
                <p:nvPr/>
              </p:nvSpPr>
              <p:spPr>
                <a:xfrm>
                  <a:off x="127000" y="127000"/>
                  <a:ext cx="431800" cy="12192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9" id="9"/>
                <p:cNvGrpSpPr/>
                <p:nvPr/>
              </p:nvGrpSpPr>
              <p:grpSpPr>
                <a:xfrm>
                  <a:off x="127000" y="127000"/>
                  <a:ext cx="431800" cy="1219200"/>
                  <a:chOff x="0" y="0"/>
                  <a:chExt cx="431800" cy="1219200"/>
                </a:xfrm>
              </p:grpSpPr>
              <p:sp>
                <p:nvSpPr>
                  <p:cNvPr name="TextBox 10" id="10"/>
                  <p:cNvSpPr txBox="true"/>
                  <p:nvPr/>
                </p:nvSpPr>
                <p:spPr>
                  <a:xfrm>
                    <a:off x="152400" y="101600"/>
                    <a:ext cx="127000" cy="2540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A</a:t>
                    </a:r>
                  </a:p>
                </p:txBody>
              </p:sp>
            </p:grpSp>
            <p:sp>
              <p:nvSpPr>
                <p:cNvPr name="AutoShape 11" id="11"/>
                <p:cNvSpPr/>
                <p:nvPr/>
              </p:nvSpPr>
              <p:spPr>
                <a:xfrm>
                  <a:off x="622300" y="127000"/>
                  <a:ext cx="431800" cy="12192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12" id="12"/>
                <p:cNvGrpSpPr/>
                <p:nvPr/>
              </p:nvGrpSpPr>
              <p:grpSpPr>
                <a:xfrm>
                  <a:off x="622300" y="127000"/>
                  <a:ext cx="431800" cy="1219200"/>
                  <a:chOff x="0" y="0"/>
                  <a:chExt cx="431800" cy="1219200"/>
                </a:xfrm>
              </p:grpSpPr>
              <p:sp>
                <p:nvSpPr>
                  <p:cNvPr name="TextBox 13" id="13"/>
                  <p:cNvSpPr txBox="true"/>
                  <p:nvPr/>
                </p:nvSpPr>
                <p:spPr>
                  <a:xfrm>
                    <a:off x="152400" y="101600"/>
                    <a:ext cx="139700" cy="2540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B</a:t>
                    </a:r>
                  </a:p>
                </p:txBody>
              </p:sp>
            </p:grpSp>
            <p:sp>
              <p:nvSpPr>
                <p:cNvPr name="AutoShape 14" id="14"/>
                <p:cNvSpPr/>
                <p:nvPr/>
              </p:nvSpPr>
              <p:spPr>
                <a:xfrm>
                  <a:off x="1117600" y="127000"/>
                  <a:ext cx="419100" cy="12192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15" id="15"/>
                <p:cNvGrpSpPr/>
                <p:nvPr/>
              </p:nvGrpSpPr>
              <p:grpSpPr>
                <a:xfrm>
                  <a:off x="1117600" y="127000"/>
                  <a:ext cx="419100" cy="1219200"/>
                  <a:chOff x="0" y="0"/>
                  <a:chExt cx="419100" cy="1219200"/>
                </a:xfrm>
              </p:grpSpPr>
              <p:sp>
                <p:nvSpPr>
                  <p:cNvPr name="TextBox 16" id="16"/>
                  <p:cNvSpPr txBox="true"/>
                  <p:nvPr/>
                </p:nvSpPr>
                <p:spPr>
                  <a:xfrm>
                    <a:off x="152400" y="101600"/>
                    <a:ext cx="139700" cy="2540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C</a:t>
                    </a:r>
                  </a:p>
                </p:txBody>
              </p:sp>
            </p:grpSp>
          </p:grpSp>
          <p:sp>
            <p:nvSpPr>
              <p:cNvPr name="TextBox 17" id="17"/>
              <p:cNvSpPr txBox="true"/>
              <p:nvPr/>
            </p:nvSpPr>
            <p:spPr>
              <a:xfrm>
                <a:off x="0" y="1968500"/>
                <a:ext cx="40005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gap: 20px</a:t>
                </a:r>
              </a:p>
            </p:txBody>
          </p:sp>
          <p:sp>
            <p:nvSpPr>
              <p:cNvPr name="AutoShape 18" id="18"/>
              <p:cNvSpPr/>
              <p:nvPr/>
            </p:nvSpPr>
            <p:spPr>
              <a:xfrm>
                <a:off x="0" y="2349500"/>
                <a:ext cx="4000500" cy="1473200"/>
              </a:xfrm>
              <a:prstGeom prst="roundRect">
                <a:avLst/>
              </a:prstGeom>
              <a:solidFill>
                <a:srgbClr val="F5F5F5"/>
              </a:solidFill>
              <a:ln>
                <a:noFill/>
              </a:ln>
            </p:spPr>
          </p:sp>
          <p:grpSp>
            <p:nvGrpSpPr>
              <p:cNvPr name="Group 19" id="19"/>
              <p:cNvGrpSpPr/>
              <p:nvPr/>
            </p:nvGrpSpPr>
            <p:grpSpPr>
              <a:xfrm>
                <a:off x="0" y="2349500"/>
                <a:ext cx="4000500" cy="1473200"/>
                <a:chOff x="0" y="0"/>
                <a:chExt cx="4000500" cy="1473200"/>
              </a:xfrm>
            </p:grpSpPr>
            <p:sp>
              <p:nvSpPr>
                <p:cNvPr name="AutoShape 20" id="20"/>
                <p:cNvSpPr/>
                <p:nvPr/>
              </p:nvSpPr>
              <p:spPr>
                <a:xfrm>
                  <a:off x="127000" y="127000"/>
                  <a:ext cx="431800" cy="12192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21" id="21"/>
                <p:cNvGrpSpPr/>
                <p:nvPr/>
              </p:nvGrpSpPr>
              <p:grpSpPr>
                <a:xfrm>
                  <a:off x="127000" y="127000"/>
                  <a:ext cx="431800" cy="1219200"/>
                  <a:chOff x="0" y="0"/>
                  <a:chExt cx="431800" cy="1219200"/>
                </a:xfrm>
              </p:grpSpPr>
              <p:sp>
                <p:nvSpPr>
                  <p:cNvPr name="TextBox 22" id="22"/>
                  <p:cNvSpPr txBox="true"/>
                  <p:nvPr/>
                </p:nvSpPr>
                <p:spPr>
                  <a:xfrm>
                    <a:off x="152400" y="101600"/>
                    <a:ext cx="127000" cy="2667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A</a:t>
                    </a:r>
                  </a:p>
                </p:txBody>
              </p:sp>
            </p:grpSp>
            <p:sp>
              <p:nvSpPr>
                <p:cNvPr name="AutoShape 23" id="23"/>
                <p:cNvSpPr/>
                <p:nvPr/>
              </p:nvSpPr>
              <p:spPr>
                <a:xfrm>
                  <a:off x="812800" y="127000"/>
                  <a:ext cx="431800" cy="12192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24" id="24"/>
                <p:cNvGrpSpPr/>
                <p:nvPr/>
              </p:nvGrpSpPr>
              <p:grpSpPr>
                <a:xfrm>
                  <a:off x="812800" y="127000"/>
                  <a:ext cx="431800" cy="1219200"/>
                  <a:chOff x="0" y="0"/>
                  <a:chExt cx="431800" cy="1219200"/>
                </a:xfrm>
              </p:grpSpPr>
              <p:sp>
                <p:nvSpPr>
                  <p:cNvPr name="TextBox 25" id="25"/>
                  <p:cNvSpPr txBox="true"/>
                  <p:nvPr/>
                </p:nvSpPr>
                <p:spPr>
                  <a:xfrm>
                    <a:off x="152400" y="101600"/>
                    <a:ext cx="139700" cy="2667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B</a:t>
                    </a:r>
                  </a:p>
                </p:txBody>
              </p:sp>
            </p:grpSp>
            <p:sp>
              <p:nvSpPr>
                <p:cNvPr name="AutoShape 26" id="26"/>
                <p:cNvSpPr/>
                <p:nvPr/>
              </p:nvSpPr>
              <p:spPr>
                <a:xfrm>
                  <a:off x="1498600" y="127000"/>
                  <a:ext cx="419100" cy="12192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27" id="27"/>
                <p:cNvGrpSpPr/>
                <p:nvPr/>
              </p:nvGrpSpPr>
              <p:grpSpPr>
                <a:xfrm>
                  <a:off x="1498600" y="127000"/>
                  <a:ext cx="419100" cy="1219200"/>
                  <a:chOff x="0" y="0"/>
                  <a:chExt cx="419100" cy="1219200"/>
                </a:xfrm>
              </p:grpSpPr>
              <p:sp>
                <p:nvSpPr>
                  <p:cNvPr name="TextBox 28" id="28"/>
                  <p:cNvSpPr txBox="true"/>
                  <p:nvPr/>
                </p:nvSpPr>
                <p:spPr>
                  <a:xfrm>
                    <a:off x="152400" y="101600"/>
                    <a:ext cx="139700" cy="2667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C</a:t>
                    </a:r>
                  </a:p>
                </p:txBody>
              </p:sp>
            </p:grpSp>
          </p:grpSp>
        </p:grpSp>
        <p:grpSp>
          <p:nvGrpSpPr>
            <p:cNvPr name="Group 29" id="29"/>
            <p:cNvGrpSpPr/>
            <p:nvPr/>
          </p:nvGrpSpPr>
          <p:grpSpPr>
            <a:xfrm>
              <a:off x="4127500" y="0"/>
              <a:ext cx="4000500" cy="3822700"/>
              <a:chOff x="0" y="0"/>
              <a:chExt cx="4000500" cy="3822700"/>
            </a:xfrm>
          </p:grpSpPr>
          <p:sp>
            <p:nvSpPr>
              <p:cNvPr name="TextBox 30" id="30"/>
              <p:cNvSpPr txBox="true"/>
              <p:nvPr/>
            </p:nvSpPr>
            <p:spPr>
              <a:xfrm>
                <a:off x="0" y="0"/>
                <a:ext cx="40005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padding: 5px</a:t>
                </a:r>
              </a:p>
            </p:txBody>
          </p:sp>
          <p:sp>
            <p:nvSpPr>
              <p:cNvPr name="AutoShape 31" id="31"/>
              <p:cNvSpPr/>
              <p:nvPr/>
            </p:nvSpPr>
            <p:spPr>
              <a:xfrm>
                <a:off x="0" y="381000"/>
                <a:ext cx="4000500" cy="1155700"/>
              </a:xfrm>
              <a:prstGeom prst="roundRect">
                <a:avLst/>
              </a:prstGeom>
              <a:solidFill>
                <a:srgbClr val="F5F5F5"/>
              </a:solidFill>
              <a:ln>
                <a:noFill/>
              </a:ln>
            </p:spPr>
          </p:sp>
          <p:grpSp>
            <p:nvGrpSpPr>
              <p:cNvPr name="Group 32" id="32"/>
              <p:cNvGrpSpPr/>
              <p:nvPr/>
            </p:nvGrpSpPr>
            <p:grpSpPr>
              <a:xfrm>
                <a:off x="0" y="381000"/>
                <a:ext cx="4000500" cy="1155700"/>
                <a:chOff x="0" y="0"/>
                <a:chExt cx="4000500" cy="1155700"/>
              </a:xfrm>
            </p:grpSpPr>
            <p:sp>
              <p:nvSpPr>
                <p:cNvPr name="AutoShape 33" id="33"/>
                <p:cNvSpPr/>
                <p:nvPr/>
              </p:nvSpPr>
              <p:spPr>
                <a:xfrm>
                  <a:off x="63500" y="63500"/>
                  <a:ext cx="431800" cy="10287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34" id="34"/>
                <p:cNvGrpSpPr/>
                <p:nvPr/>
              </p:nvGrpSpPr>
              <p:grpSpPr>
                <a:xfrm>
                  <a:off x="63500" y="63500"/>
                  <a:ext cx="431800" cy="1028700"/>
                  <a:chOff x="0" y="0"/>
                  <a:chExt cx="431800" cy="1028700"/>
                </a:xfrm>
              </p:grpSpPr>
              <p:sp>
                <p:nvSpPr>
                  <p:cNvPr name="TextBox 35" id="35"/>
                  <p:cNvSpPr txBox="true"/>
                  <p:nvPr/>
                </p:nvSpPr>
                <p:spPr>
                  <a:xfrm>
                    <a:off x="152400" y="101600"/>
                    <a:ext cx="127000" cy="2540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A</a:t>
                    </a:r>
                  </a:p>
                </p:txBody>
              </p:sp>
            </p:grpSp>
            <p:sp>
              <p:nvSpPr>
                <p:cNvPr name="AutoShape 36" id="36"/>
                <p:cNvSpPr/>
                <p:nvPr/>
              </p:nvSpPr>
              <p:spPr>
                <a:xfrm>
                  <a:off x="596900" y="63500"/>
                  <a:ext cx="431800" cy="10287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37" id="37"/>
                <p:cNvGrpSpPr/>
                <p:nvPr/>
              </p:nvGrpSpPr>
              <p:grpSpPr>
                <a:xfrm>
                  <a:off x="596900" y="63500"/>
                  <a:ext cx="431800" cy="1028700"/>
                  <a:chOff x="0" y="0"/>
                  <a:chExt cx="431800" cy="1028700"/>
                </a:xfrm>
              </p:grpSpPr>
              <p:sp>
                <p:nvSpPr>
                  <p:cNvPr name="TextBox 38" id="38"/>
                  <p:cNvSpPr txBox="true"/>
                  <p:nvPr/>
                </p:nvSpPr>
                <p:spPr>
                  <a:xfrm>
                    <a:off x="152400" y="101600"/>
                    <a:ext cx="139700" cy="2540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B</a:t>
                    </a:r>
                  </a:p>
                </p:txBody>
              </p:sp>
            </p:grpSp>
            <p:sp>
              <p:nvSpPr>
                <p:cNvPr name="AutoShape 39" id="39"/>
                <p:cNvSpPr/>
                <p:nvPr/>
              </p:nvSpPr>
              <p:spPr>
                <a:xfrm>
                  <a:off x="1130300" y="63500"/>
                  <a:ext cx="419100" cy="10287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40" id="40"/>
                <p:cNvGrpSpPr/>
                <p:nvPr/>
              </p:nvGrpSpPr>
              <p:grpSpPr>
                <a:xfrm>
                  <a:off x="1130300" y="63500"/>
                  <a:ext cx="419100" cy="1028700"/>
                  <a:chOff x="0" y="0"/>
                  <a:chExt cx="419100" cy="1028700"/>
                </a:xfrm>
              </p:grpSpPr>
              <p:sp>
                <p:nvSpPr>
                  <p:cNvPr name="TextBox 41" id="41"/>
                  <p:cNvSpPr txBox="true"/>
                  <p:nvPr/>
                </p:nvSpPr>
                <p:spPr>
                  <a:xfrm>
                    <a:off x="152400" y="101600"/>
                    <a:ext cx="139700" cy="2540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C</a:t>
                    </a:r>
                  </a:p>
                </p:txBody>
              </p:sp>
            </p:grpSp>
          </p:grpSp>
          <p:sp>
            <p:nvSpPr>
              <p:cNvPr name="TextBox 42" id="42"/>
              <p:cNvSpPr txBox="true"/>
              <p:nvPr/>
            </p:nvSpPr>
            <p:spPr>
              <a:xfrm>
                <a:off x="0" y="1651000"/>
                <a:ext cx="40005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padding: 30px</a:t>
                </a:r>
              </a:p>
            </p:txBody>
          </p:sp>
          <p:sp>
            <p:nvSpPr>
              <p:cNvPr name="AutoShape 43" id="43"/>
              <p:cNvSpPr/>
              <p:nvPr/>
            </p:nvSpPr>
            <p:spPr>
              <a:xfrm>
                <a:off x="0" y="2032000"/>
                <a:ext cx="4000500" cy="1790700"/>
              </a:xfrm>
              <a:prstGeom prst="roundRect">
                <a:avLst/>
              </a:prstGeom>
              <a:solidFill>
                <a:srgbClr val="F5F5F5"/>
              </a:solidFill>
              <a:ln>
                <a:noFill/>
              </a:ln>
            </p:spPr>
          </p:sp>
          <p:grpSp>
            <p:nvGrpSpPr>
              <p:cNvPr name="Group 44" id="44"/>
              <p:cNvGrpSpPr/>
              <p:nvPr/>
            </p:nvGrpSpPr>
            <p:grpSpPr>
              <a:xfrm>
                <a:off x="0" y="2032000"/>
                <a:ext cx="4000500" cy="1790700"/>
                <a:chOff x="0" y="0"/>
                <a:chExt cx="4000500" cy="1790700"/>
              </a:xfrm>
            </p:grpSpPr>
            <p:sp>
              <p:nvSpPr>
                <p:cNvPr name="AutoShape 45" id="45"/>
                <p:cNvSpPr/>
                <p:nvPr/>
              </p:nvSpPr>
              <p:spPr>
                <a:xfrm>
                  <a:off x="381000" y="381000"/>
                  <a:ext cx="431800" cy="10287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46" id="46"/>
                <p:cNvGrpSpPr/>
                <p:nvPr/>
              </p:nvGrpSpPr>
              <p:grpSpPr>
                <a:xfrm>
                  <a:off x="381000" y="381000"/>
                  <a:ext cx="431800" cy="1028700"/>
                  <a:chOff x="0" y="0"/>
                  <a:chExt cx="431800" cy="1028700"/>
                </a:xfrm>
              </p:grpSpPr>
              <p:sp>
                <p:nvSpPr>
                  <p:cNvPr name="TextBox 47" id="47"/>
                  <p:cNvSpPr txBox="true"/>
                  <p:nvPr/>
                </p:nvSpPr>
                <p:spPr>
                  <a:xfrm>
                    <a:off x="152400" y="101600"/>
                    <a:ext cx="127000" cy="2667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A</a:t>
                    </a:r>
                  </a:p>
                </p:txBody>
              </p:sp>
            </p:grpSp>
            <p:sp>
              <p:nvSpPr>
                <p:cNvPr name="AutoShape 48" id="48"/>
                <p:cNvSpPr/>
                <p:nvPr/>
              </p:nvSpPr>
              <p:spPr>
                <a:xfrm>
                  <a:off x="914400" y="381000"/>
                  <a:ext cx="431800" cy="10287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49" id="49"/>
                <p:cNvGrpSpPr/>
                <p:nvPr/>
              </p:nvGrpSpPr>
              <p:grpSpPr>
                <a:xfrm>
                  <a:off x="914400" y="381000"/>
                  <a:ext cx="431800" cy="1028700"/>
                  <a:chOff x="0" y="0"/>
                  <a:chExt cx="431800" cy="1028700"/>
                </a:xfrm>
              </p:grpSpPr>
              <p:sp>
                <p:nvSpPr>
                  <p:cNvPr name="TextBox 50" id="50"/>
                  <p:cNvSpPr txBox="true"/>
                  <p:nvPr/>
                </p:nvSpPr>
                <p:spPr>
                  <a:xfrm>
                    <a:off x="152400" y="101600"/>
                    <a:ext cx="139700" cy="2667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B</a:t>
                    </a:r>
                  </a:p>
                </p:txBody>
              </p:sp>
            </p:grpSp>
            <p:sp>
              <p:nvSpPr>
                <p:cNvPr name="AutoShape 51" id="51"/>
                <p:cNvSpPr/>
                <p:nvPr/>
              </p:nvSpPr>
              <p:spPr>
                <a:xfrm>
                  <a:off x="1447800" y="381000"/>
                  <a:ext cx="419100" cy="1028700"/>
                </a:xfrm>
                <a:prstGeom prst="roundRect">
                  <a:avLst/>
                </a:prstGeom>
                <a:solidFill>
                  <a:srgbClr val="42A5F5"/>
                </a:solidFill>
                <a:ln>
                  <a:noFill/>
                </a:ln>
              </p:spPr>
            </p:sp>
            <p:grpSp>
              <p:nvGrpSpPr>
                <p:cNvPr name="Group 52" id="52"/>
                <p:cNvGrpSpPr/>
                <p:nvPr/>
              </p:nvGrpSpPr>
              <p:grpSpPr>
                <a:xfrm>
                  <a:off x="1447800" y="381000"/>
                  <a:ext cx="419100" cy="1028700"/>
                  <a:chOff x="0" y="0"/>
                  <a:chExt cx="419100" cy="1028700"/>
                </a:xfrm>
              </p:grpSpPr>
              <p:sp>
                <p:nvSpPr>
                  <p:cNvPr name="TextBox 53" id="53"/>
                  <p:cNvSpPr txBox="true"/>
                  <p:nvPr/>
                </p:nvSpPr>
                <p:spPr>
                  <a:xfrm>
                    <a:off x="152400" y="101600"/>
                    <a:ext cx="139700" cy="2667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FFFFFF"/>
                        </a:solidFill>
                        <a:latin typeface="Microsoft YaHei"/>
                      </a:rPr>
                      <a:t>C</a:t>
                    </a:r>
                  </a:p>
                </p:txBody>
              </p:sp>
            </p:grp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