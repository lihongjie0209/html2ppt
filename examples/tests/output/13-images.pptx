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692400" y="1955800"/>
            <a:ext cx="3759200" cy="711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4000">
                <a:solidFill>
                  <a:srgbClr val="FFFFFF"/>
                </a:solidFill>
                <a:latin typeface="Microsoft YaHei"/>
              </a:rPr>
              <a:t>Images Test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473200" y="2857500"/>
            <a:ext cx="61976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solidFill>
                  <a:srgbClr val="BBDEFB"/>
                </a:solidFill>
                <a:latin typeface="Microsoft YaHei"/>
              </a:rPr>
              <a:t>Testing &lt;img&gt; element rendering in PowerPoint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Basic Images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003300"/>
            <a:ext cx="8128000" cy="3759200"/>
            <a:chOff x="0" y="0"/>
            <a:chExt cx="8128000" cy="37592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2578100" cy="3759200"/>
              <a:chOff x="0" y="0"/>
              <a:chExt cx="2578100" cy="37592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25908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Simple image (no sizing)</a:t>
                </a:r>
              </a:p>
            </p:txBody>
          </p:sp>
          <p:grpSp>
            <p:nvGrpSpPr>
              <p:cNvPr name="Group 6" id="6"/>
              <p:cNvGrpSpPr/>
              <p:nvPr/>
            </p:nvGrpSpPr>
            <p:grpSpPr>
              <a:xfrm>
                <a:off x="0" y="381000"/>
                <a:ext cx="2578100" cy="1270000"/>
                <a:chOff x="0" y="0"/>
                <a:chExt cx="2578100" cy="1270000"/>
              </a:xfrm>
            </p:grpSpPr>
            <p:pic>
              <p:nvPicPr>
                <p:cNvPr name="Picture 7" id="7"/>
                <p:cNvPicPr>
                  <a:picLocks noChangeAspect="true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60400" y="0"/>
                  <a:ext cx="1270000" cy="12700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name="Group 8" id="8"/>
            <p:cNvGrpSpPr/>
            <p:nvPr/>
          </p:nvGrpSpPr>
          <p:grpSpPr>
            <a:xfrm>
              <a:off x="2768600" y="0"/>
              <a:ext cx="2590800" cy="3759200"/>
              <a:chOff x="0" y="0"/>
              <a:chExt cx="2590800" cy="3759200"/>
            </a:xfrm>
          </p:grpSpPr>
          <p:sp>
            <p:nvSpPr>
              <p:cNvPr name="TextBox 9" id="9"/>
              <p:cNvSpPr txBox="true"/>
              <p:nvPr/>
            </p:nvSpPr>
            <p:spPr>
              <a:xfrm>
                <a:off x="0" y="0"/>
                <a:ext cx="25908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Rectangle image</a:t>
                </a:r>
              </a:p>
            </p:txBody>
          </p:sp>
          <p:grpSp>
            <p:nvGrpSpPr>
              <p:cNvPr name="Group 10" id="10"/>
              <p:cNvGrpSpPr/>
              <p:nvPr/>
            </p:nvGrpSpPr>
            <p:grpSpPr>
              <a:xfrm>
                <a:off x="0" y="381000"/>
                <a:ext cx="2590800" cy="1270000"/>
                <a:chOff x="0" y="0"/>
                <a:chExt cx="2590800" cy="1270000"/>
              </a:xfrm>
            </p:grpSpPr>
            <p:pic>
              <p:nvPicPr>
                <p:cNvPr name="Picture 11" id="11"/>
                <p:cNvPicPr>
                  <a:picLocks noChangeAspect="true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400" y="0"/>
                  <a:ext cx="2540000" cy="12700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name="Group 12" id="12"/>
            <p:cNvGrpSpPr/>
            <p:nvPr/>
          </p:nvGrpSpPr>
          <p:grpSpPr>
            <a:xfrm>
              <a:off x="5549900" y="0"/>
              <a:ext cx="2578100" cy="3759200"/>
              <a:chOff x="0" y="0"/>
              <a:chExt cx="2578100" cy="3759200"/>
            </a:xfrm>
          </p:grpSpPr>
          <p:sp>
            <p:nvSpPr>
              <p:cNvPr name="TextBox 13" id="13"/>
              <p:cNvSpPr txBox="true"/>
              <p:nvPr/>
            </p:nvSpPr>
            <p:spPr>
              <a:xfrm>
                <a:off x="0" y="0"/>
                <a:ext cx="25908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PNG with transparency</a:t>
                </a:r>
              </a:p>
            </p:txBody>
          </p:sp>
          <p:grpSp>
            <p:nvGrpSpPr>
              <p:cNvPr name="Group 14" id="14"/>
              <p:cNvGrpSpPr/>
              <p:nvPr/>
            </p:nvGrpSpPr>
            <p:grpSpPr>
              <a:xfrm>
                <a:off x="0" y="381000"/>
                <a:ext cx="2578100" cy="1270000"/>
                <a:chOff x="0" y="0"/>
                <a:chExt cx="2578100" cy="1270000"/>
              </a:xfrm>
            </p:grpSpPr>
            <p:pic>
              <p:nvPicPr>
                <p:cNvPr name="Picture 15" id="15"/>
                <p:cNvPicPr>
                  <a:picLocks noChangeAspect="true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0400" y="0"/>
                  <a:ext cx="1270000" cy="1270000"/>
                </a:xfrm>
                <a:prstGeom prst="rect">
                  <a:avLst/>
                </a:prstGeom>
              </p:spPr>
            </p:pic>
          </p:grp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Sized Images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003300"/>
            <a:ext cx="8128000" cy="3759200"/>
            <a:chOff x="0" y="0"/>
            <a:chExt cx="8128000" cy="37592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1892300" cy="3759200"/>
              <a:chOff x="0" y="0"/>
              <a:chExt cx="1892300" cy="37592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18923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width: 80px</a:t>
                </a:r>
              </a:p>
            </p:txBody>
          </p:sp>
          <p:pic>
            <p:nvPicPr>
              <p:cNvPr name="Picture 6" id="6"/>
              <p:cNvPicPr>
                <a:picLocks noChangeAspect="true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81000"/>
                <a:ext cx="1016000" cy="1016000"/>
              </a:xfrm>
              <a:prstGeom prst="rect">
                <a:avLst/>
              </a:prstGeom>
            </p:spPr>
          </p:pic>
        </p:grpSp>
        <p:grpSp>
          <p:nvGrpSpPr>
            <p:cNvPr name="Group 7" id="7"/>
            <p:cNvGrpSpPr/>
            <p:nvPr/>
          </p:nvGrpSpPr>
          <p:grpSpPr>
            <a:xfrm>
              <a:off x="2082800" y="0"/>
              <a:ext cx="1892300" cy="3759200"/>
              <a:chOff x="0" y="0"/>
              <a:chExt cx="1892300" cy="3759200"/>
            </a:xfrm>
          </p:grpSpPr>
          <p:sp>
            <p:nvSpPr>
              <p:cNvPr name="TextBox 8" id="8"/>
              <p:cNvSpPr txBox="true"/>
              <p:nvPr/>
            </p:nvSpPr>
            <p:spPr>
              <a:xfrm>
                <a:off x="0" y="0"/>
                <a:ext cx="19050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width: 120px</a:t>
                </a:r>
              </a:p>
            </p:txBody>
          </p:sp>
          <p:pic>
            <p:nvPicPr>
              <p:cNvPr name="Picture 9" id="9"/>
              <p:cNvPicPr>
                <a:picLocks noChangeAspect="true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81000"/>
                <a:ext cx="1524000" cy="1524000"/>
              </a:xfrm>
              <a:prstGeom prst="rect">
                <a:avLst/>
              </a:prstGeom>
            </p:spPr>
          </p:pic>
        </p:grpSp>
        <p:grpSp>
          <p:nvGrpSpPr>
            <p:cNvPr name="Group 10" id="10"/>
            <p:cNvGrpSpPr/>
            <p:nvPr/>
          </p:nvGrpSpPr>
          <p:grpSpPr>
            <a:xfrm>
              <a:off x="4165600" y="0"/>
              <a:ext cx="1879600" cy="3759200"/>
              <a:chOff x="0" y="0"/>
              <a:chExt cx="1879600" cy="3759200"/>
            </a:xfrm>
          </p:grpSpPr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1905000" cy="508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width: 50px; height: 50px</a:t>
                </a:r>
              </a:p>
            </p:txBody>
          </p:sp>
          <p:pic>
            <p:nvPicPr>
              <p:cNvPr name="Picture 12" id="12"/>
              <p:cNvPicPr>
                <a:picLocks noChangeAspect="true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622300"/>
                <a:ext cx="635000" cy="635000"/>
              </a:xfrm>
              <a:prstGeom prst="rect">
                <a:avLst/>
              </a:prstGeom>
            </p:spPr>
          </p:pic>
        </p:grpSp>
        <p:grpSp>
          <p:nvGrpSpPr>
            <p:cNvPr name="Group 13" id="13"/>
            <p:cNvGrpSpPr/>
            <p:nvPr/>
          </p:nvGrpSpPr>
          <p:grpSpPr>
            <a:xfrm>
              <a:off x="6235700" y="0"/>
              <a:ext cx="1892300" cy="3759200"/>
              <a:chOff x="0" y="0"/>
              <a:chExt cx="1892300" cy="3759200"/>
            </a:xfrm>
          </p:grpSpPr>
          <p:sp>
            <p:nvSpPr>
              <p:cNvPr name="TextBox 14" id="14"/>
              <p:cNvSpPr txBox="true"/>
              <p:nvPr/>
            </p:nvSpPr>
            <p:spPr>
              <a:xfrm>
                <a:off x="0" y="0"/>
                <a:ext cx="18923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max-width: 100px</a:t>
                </a:r>
              </a:p>
            </p:txBody>
          </p:sp>
          <p:pic>
            <p:nvPicPr>
              <p:cNvPr name="Picture 15" id="15"/>
              <p:cNvPicPr>
                <a:picLocks noChangeAspect="true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81000"/>
                <a:ext cx="1270000" cy="127000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Images in Flex Layout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003300"/>
            <a:ext cx="8128000" cy="3759200"/>
            <a:chOff x="0" y="0"/>
            <a:chExt cx="8128000" cy="37592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3975100" cy="3759200"/>
              <a:chOff x="0" y="0"/>
              <a:chExt cx="3975100" cy="3759200"/>
            </a:xfrm>
          </p:grpSpPr>
          <p:pic>
            <p:nvPicPr>
              <p:cNvPr name="Picture 5" id="5"/>
              <p:cNvPicPr>
                <a:picLocks noChangeAspect="true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65200" y="901700"/>
                <a:ext cx="2032000" cy="1524000"/>
              </a:xfrm>
              <a:prstGeom prst="rect">
                <a:avLst/>
              </a:prstGeom>
            </p:spPr>
          </p:pic>
          <p:sp>
            <p:nvSpPr>
              <p:cNvPr name="TextBox 6" id="6"/>
              <p:cNvSpPr txBox="true"/>
              <p:nvPr/>
            </p:nvSpPr>
            <p:spPr>
              <a:xfrm>
                <a:off x="736600" y="2540000"/>
                <a:ext cx="2501900" cy="3302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800">
                    <a:latin typeface="Microsoft YaHei"/>
                  </a:rPr>
                  <a:t>Centered in column</a:t>
                </a: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>
              <a:off x="4165600" y="0"/>
              <a:ext cx="3962400" cy="3759200"/>
              <a:chOff x="0" y="0"/>
              <a:chExt cx="3962400" cy="3759200"/>
            </a:xfrm>
          </p:grpSpPr>
          <p:grpSp>
            <p:nvGrpSpPr>
              <p:cNvPr name="Group 8" id="8"/>
              <p:cNvGrpSpPr/>
              <p:nvPr/>
            </p:nvGrpSpPr>
            <p:grpSpPr>
              <a:xfrm>
                <a:off x="0" y="0"/>
                <a:ext cx="3962400" cy="1016000"/>
                <a:chOff x="0" y="0"/>
                <a:chExt cx="3962400" cy="1016000"/>
              </a:xfrm>
            </p:grpSpPr>
            <p:pic>
              <p:nvPicPr>
                <p:cNvPr name="Picture 9" id="9"/>
                <p:cNvPicPr>
                  <a:picLocks noChangeAspect="true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0" y="0"/>
                  <a:ext cx="1016000" cy="1016000"/>
                </a:xfrm>
                <a:prstGeom prst="rect">
                  <a:avLst/>
                </a:prstGeom>
              </p:spPr>
            </p:pic>
            <p:pic>
              <p:nvPicPr>
                <p:cNvPr name="Picture 10" id="10"/>
                <p:cNvPicPr>
                  <a:picLocks noChangeAspect="true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43000" y="0"/>
                  <a:ext cx="1016000" cy="1016000"/>
                </a:xfrm>
                <a:prstGeom prst="rect">
                  <a:avLst/>
                </a:prstGeom>
              </p:spPr>
            </p:pic>
            <p:pic>
              <p:nvPicPr>
                <p:cNvPr name="Picture 11" id="11"/>
                <p:cNvPicPr>
                  <a:picLocks noChangeAspect="true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86000" y="0"/>
                  <a:ext cx="1016000" cy="1016000"/>
                </a:xfrm>
                <a:prstGeom prst="rect">
                  <a:avLst/>
                </a:prstGeom>
              </p:spPr>
            </p:pic>
          </p:grpSp>
          <p:sp>
            <p:nvSpPr>
              <p:cNvPr name="TextBox 12" id="12"/>
              <p:cNvSpPr txBox="true"/>
              <p:nvPr/>
            </p:nvSpPr>
            <p:spPr>
              <a:xfrm>
                <a:off x="0" y="1143000"/>
                <a:ext cx="3975100" cy="3302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800">
                    <a:latin typeface="Microsoft YaHei"/>
                  </a:rPr>
                  <a:t>Multiple images in row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Profile Cards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003300"/>
            <a:ext cx="8128000" cy="3759200"/>
            <a:chOff x="0" y="0"/>
            <a:chExt cx="8128000" cy="3759200"/>
          </a:xfrm>
        </p:grpSpPr>
        <p:sp>
          <p:nvSpPr>
            <p:cNvPr name="AutoShape 4" id="4"/>
            <p:cNvSpPr/>
            <p:nvPr/>
          </p:nvSpPr>
          <p:spPr>
            <a:xfrm>
              <a:off x="0" y="0"/>
              <a:ext cx="4457700" cy="3759200"/>
            </a:xfrm>
            <a:prstGeom prst="roundRect">
              <a:avLst/>
            </a:prstGeom>
            <a:solidFill>
              <a:srgbClr val="F5F5F5"/>
            </a:solidFill>
            <a:ln>
              <a:noFill/>
            </a:ln>
          </p:spPr>
        </p:sp>
        <p:grpSp>
          <p:nvGrpSpPr>
            <p:cNvPr name="Group 5" id="5"/>
            <p:cNvGrpSpPr/>
            <p:nvPr/>
          </p:nvGrpSpPr>
          <p:grpSpPr>
            <a:xfrm>
              <a:off x="0" y="0"/>
              <a:ext cx="4457700" cy="3759200"/>
              <a:chOff x="0" y="0"/>
              <a:chExt cx="4457700" cy="3759200"/>
            </a:xfrm>
          </p:grpSpPr>
          <p:grpSp>
            <p:nvGrpSpPr>
              <p:cNvPr name="Group 6" id="6"/>
              <p:cNvGrpSpPr/>
              <p:nvPr/>
            </p:nvGrpSpPr>
            <p:grpSpPr>
              <a:xfrm>
                <a:off x="190500" y="190500"/>
                <a:ext cx="4076700" cy="762000"/>
                <a:chOff x="0" y="0"/>
                <a:chExt cx="4076700" cy="762000"/>
              </a:xfrm>
            </p:grpSpPr>
            <p:pic>
              <p:nvPicPr>
                <p:cNvPr name="Picture 7" id="7"/>
                <p:cNvPicPr>
                  <a:picLocks noChangeAspect="true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0" y="0"/>
                  <a:ext cx="762000" cy="762000"/>
                </a:xfrm>
                <a:prstGeom prst="rect">
                  <a:avLst/>
                </a:prstGeom>
              </p:spPr>
            </p:pic>
            <p:grpSp>
              <p:nvGrpSpPr>
                <p:cNvPr name="Group 8" id="8"/>
                <p:cNvGrpSpPr/>
                <p:nvPr/>
              </p:nvGrpSpPr>
              <p:grpSpPr>
                <a:xfrm>
                  <a:off x="952500" y="101600"/>
                  <a:ext cx="1828800" cy="558800"/>
                  <a:chOff x="0" y="0"/>
                  <a:chExt cx="1828800" cy="558800"/>
                </a:xfrm>
              </p:grpSpPr>
              <p:sp>
                <p:nvSpPr>
                  <p:cNvPr name="TextBox 9" id="9"/>
                  <p:cNvSpPr txBox="true"/>
                  <p:nvPr/>
                </p:nvSpPr>
                <p:spPr>
                  <a:xfrm>
                    <a:off x="0" y="0"/>
                    <a:ext cx="1841500" cy="2667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true" i="false" u="none" sz="1400">
                        <a:latin typeface="Microsoft YaHei"/>
                      </a:rPr>
                      <a:t>Alice Chen</a:t>
                    </a:r>
                  </a:p>
                </p:txBody>
              </p:sp>
              <p:sp>
                <p:nvSpPr>
                  <p:cNvPr name="TextBox 10" id="10"/>
                  <p:cNvSpPr txBox="true"/>
                  <p:nvPr/>
                </p:nvSpPr>
                <p:spPr>
                  <a:xfrm>
                    <a:off x="0" y="304800"/>
                    <a:ext cx="1841500" cy="2540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757575"/>
                        </a:solidFill>
                        <a:latin typeface="Microsoft YaHei"/>
                      </a:rPr>
                      <a:t>Software Engineer</a:t>
                    </a:r>
                  </a:p>
                </p:txBody>
              </p:sp>
            </p:grpSp>
          </p:grpSp>
          <p:sp>
            <p:nvSpPr>
              <p:cNvPr name="TextBox 11" id="11"/>
              <p:cNvSpPr txBox="true"/>
              <p:nvPr/>
            </p:nvSpPr>
            <p:spPr>
              <a:xfrm>
                <a:off x="190500" y="1079500"/>
                <a:ext cx="40767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latin typeface="Microsoft YaHei"/>
                  </a:rPr>
                  <a:t>Working on the new dashboard features.</a:t>
                </a:r>
              </a:p>
            </p:txBody>
          </p:sp>
        </p:grpSp>
        <p:sp>
          <p:nvSpPr>
            <p:cNvPr name="AutoShape 12" id="12"/>
            <p:cNvSpPr/>
            <p:nvPr/>
          </p:nvSpPr>
          <p:spPr>
            <a:xfrm>
              <a:off x="4648200" y="0"/>
              <a:ext cx="3810000" cy="3759200"/>
            </a:xfrm>
            <a:prstGeom prst="roundRect">
              <a:avLst/>
            </a:prstGeom>
            <a:solidFill>
              <a:srgbClr val="F5F5F5"/>
            </a:solidFill>
            <a:ln>
              <a:noFill/>
            </a:ln>
          </p:spPr>
        </p:sp>
        <p:grpSp>
          <p:nvGrpSpPr>
            <p:cNvPr name="Group 13" id="13"/>
            <p:cNvGrpSpPr/>
            <p:nvPr/>
          </p:nvGrpSpPr>
          <p:grpSpPr>
            <a:xfrm>
              <a:off x="4648200" y="0"/>
              <a:ext cx="3810000" cy="3759200"/>
              <a:chOff x="0" y="0"/>
              <a:chExt cx="3810000" cy="3759200"/>
            </a:xfrm>
          </p:grpSpPr>
          <p:grpSp>
            <p:nvGrpSpPr>
              <p:cNvPr name="Group 14" id="14"/>
              <p:cNvGrpSpPr/>
              <p:nvPr/>
            </p:nvGrpSpPr>
            <p:grpSpPr>
              <a:xfrm>
                <a:off x="190500" y="190500"/>
                <a:ext cx="3429000" cy="762000"/>
                <a:chOff x="0" y="0"/>
                <a:chExt cx="3429000" cy="762000"/>
              </a:xfrm>
            </p:grpSpPr>
            <p:pic>
              <p:nvPicPr>
                <p:cNvPr name="Picture 15" id="15"/>
                <p:cNvPicPr>
                  <a:picLocks noChangeAspect="true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0" y="0"/>
                  <a:ext cx="762000" cy="762000"/>
                </a:xfrm>
                <a:prstGeom prst="rect">
                  <a:avLst/>
                </a:prstGeom>
              </p:spPr>
            </p:pic>
            <p:grpSp>
              <p:nvGrpSpPr>
                <p:cNvPr name="Group 16" id="16"/>
                <p:cNvGrpSpPr/>
                <p:nvPr/>
              </p:nvGrpSpPr>
              <p:grpSpPr>
                <a:xfrm>
                  <a:off x="952500" y="101600"/>
                  <a:ext cx="1612900" cy="558800"/>
                  <a:chOff x="0" y="0"/>
                  <a:chExt cx="1612900" cy="558800"/>
                </a:xfrm>
              </p:grpSpPr>
              <p:sp>
                <p:nvSpPr>
                  <p:cNvPr name="TextBox 17" id="17"/>
                  <p:cNvSpPr txBox="true"/>
                  <p:nvPr/>
                </p:nvSpPr>
                <p:spPr>
                  <a:xfrm>
                    <a:off x="0" y="0"/>
                    <a:ext cx="1625600" cy="2667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true" i="false" u="none" sz="1400">
                        <a:latin typeface="Microsoft YaHei"/>
                      </a:rPr>
                      <a:t>Bob Wang</a:t>
                    </a:r>
                  </a:p>
                </p:txBody>
              </p:sp>
              <p:sp>
                <p:nvSpPr>
                  <p:cNvPr name="TextBox 18" id="18"/>
                  <p:cNvSpPr txBox="true"/>
                  <p:nvPr/>
                </p:nvSpPr>
                <p:spPr>
                  <a:xfrm>
                    <a:off x="0" y="304800"/>
                    <a:ext cx="1625600" cy="2540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400">
                        <a:solidFill>
                          <a:srgbClr val="757575"/>
                        </a:solidFill>
                        <a:latin typeface="Microsoft YaHei"/>
                      </a:rPr>
                      <a:t>Product Manager</a:t>
                    </a:r>
                  </a:p>
                </p:txBody>
              </p:sp>
            </p:grpSp>
          </p:grpSp>
          <p:sp>
            <p:nvSpPr>
              <p:cNvPr name="TextBox 19" id="19"/>
              <p:cNvSpPr txBox="true"/>
              <p:nvPr/>
            </p:nvSpPr>
            <p:spPr>
              <a:xfrm>
                <a:off x="190500" y="1079500"/>
                <a:ext cx="34417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latin typeface="Microsoft YaHei"/>
                  </a:rPr>
                  <a:t>Leading the Q2 roadmap planning.</a:t>
                </a: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Product Showcase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003300"/>
            <a:ext cx="8128000" cy="3759200"/>
            <a:chOff x="0" y="0"/>
            <a:chExt cx="8128000" cy="3759200"/>
          </a:xfrm>
        </p:grpSpPr>
        <p:sp>
          <p:nvSpPr>
            <p:cNvPr name="AutoShape 4" id="4"/>
            <p:cNvSpPr/>
            <p:nvPr/>
          </p:nvSpPr>
          <p:spPr>
            <a:xfrm>
              <a:off x="0" y="0"/>
              <a:ext cx="2540000" cy="3759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0E0E0"/>
              </a:solidFill>
            </a:ln>
          </p:spPr>
        </p:sp>
        <p:grpSp>
          <p:nvGrpSpPr>
            <p:cNvPr name="Group 5" id="5"/>
            <p:cNvGrpSpPr/>
            <p:nvPr/>
          </p:nvGrpSpPr>
          <p:grpSpPr>
            <a:xfrm>
              <a:off x="0" y="0"/>
              <a:ext cx="2540000" cy="3759200"/>
              <a:chOff x="0" y="0"/>
              <a:chExt cx="2540000" cy="3759200"/>
            </a:xfrm>
          </p:grpSpPr>
          <p:pic>
            <p:nvPicPr>
              <p:cNvPr name="Picture 6" id="6"/>
              <p:cNvPicPr>
                <a:picLocks noChangeAspect="true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0500" y="190500"/>
                <a:ext cx="2032000" cy="1524000"/>
              </a:xfrm>
              <a:prstGeom prst="rect">
                <a:avLst/>
              </a:prstGeom>
            </p:spPr>
          </p:pic>
          <p:sp>
            <p:nvSpPr>
              <p:cNvPr name="TextBox 7" id="7"/>
              <p:cNvSpPr txBox="true"/>
              <p:nvPr/>
            </p:nvSpPr>
            <p:spPr>
              <a:xfrm>
                <a:off x="190500" y="1841500"/>
                <a:ext cx="21590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pPr algn="ctr"/>
                <a:r>
                  <a:rPr lang="en-US" b="true" i="false" u="none" sz="1600">
                    <a:latin typeface="Microsoft YaHei"/>
                  </a:rPr>
                  <a:t>Widget Pro</a:t>
                </a:r>
              </a:p>
            </p:txBody>
          </p:sp>
          <p:sp>
            <p:nvSpPr>
              <p:cNvPr name="TextBox 8" id="8"/>
              <p:cNvSpPr txBox="true"/>
              <p:nvPr/>
            </p:nvSpPr>
            <p:spPr>
              <a:xfrm>
                <a:off x="190500" y="2247900"/>
                <a:ext cx="21590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pPr algn="ctr"/>
                <a:r>
                  <a:rPr lang="en-US" b="false" i="false" u="none" sz="1400">
                    <a:solidFill>
                      <a:srgbClr val="4CAF50"/>
                    </a:solidFill>
                    <a:latin typeface="Microsoft YaHei"/>
                  </a:rPr>
                  <a:t>$49.99</a:t>
                </a:r>
              </a:p>
            </p:txBody>
          </p:sp>
        </p:grpSp>
        <p:sp>
          <p:nvSpPr>
            <p:cNvPr name="AutoShape 9" id="9"/>
            <p:cNvSpPr/>
            <p:nvPr/>
          </p:nvSpPr>
          <p:spPr>
            <a:xfrm>
              <a:off x="2794000" y="0"/>
              <a:ext cx="2540000" cy="3759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0E0E0"/>
              </a:solidFill>
            </a:ln>
          </p:spPr>
        </p:sp>
        <p:grpSp>
          <p:nvGrpSpPr>
            <p:cNvPr name="Group 10" id="10"/>
            <p:cNvGrpSpPr/>
            <p:nvPr/>
          </p:nvGrpSpPr>
          <p:grpSpPr>
            <a:xfrm>
              <a:off x="2794000" y="0"/>
              <a:ext cx="2540000" cy="3759200"/>
              <a:chOff x="0" y="0"/>
              <a:chExt cx="2540000" cy="3759200"/>
            </a:xfrm>
          </p:grpSpPr>
          <p:pic>
            <p:nvPicPr>
              <p:cNvPr name="Picture 11" id="11"/>
              <p:cNvPicPr>
                <a:picLocks noChangeAspect="true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500" y="190500"/>
                <a:ext cx="2032000" cy="1524000"/>
              </a:xfrm>
              <a:prstGeom prst="rect">
                <a:avLst/>
              </a:prstGeom>
            </p:spPr>
          </p:pic>
          <p:sp>
            <p:nvSpPr>
              <p:cNvPr name="TextBox 12" id="12"/>
              <p:cNvSpPr txBox="true"/>
              <p:nvPr/>
            </p:nvSpPr>
            <p:spPr>
              <a:xfrm>
                <a:off x="190500" y="1841500"/>
                <a:ext cx="21590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pPr algn="ctr"/>
                <a:r>
                  <a:rPr lang="en-US" b="true" i="false" u="none" sz="1600">
                    <a:latin typeface="Microsoft YaHei"/>
                  </a:rPr>
                  <a:t>Gadget Plus</a:t>
                </a:r>
              </a:p>
            </p:txBody>
          </p:sp>
          <p:sp>
            <p:nvSpPr>
              <p:cNvPr name="TextBox 13" id="13"/>
              <p:cNvSpPr txBox="true"/>
              <p:nvPr/>
            </p:nvSpPr>
            <p:spPr>
              <a:xfrm>
                <a:off x="190500" y="2247900"/>
                <a:ext cx="21590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pPr algn="ctr"/>
                <a:r>
                  <a:rPr lang="en-US" b="false" i="false" u="none" sz="1400">
                    <a:solidFill>
                      <a:srgbClr val="4CAF50"/>
                    </a:solidFill>
                    <a:latin typeface="Microsoft YaHei"/>
                  </a:rPr>
                  <a:t>$79.99</a:t>
                </a:r>
              </a:p>
            </p:txBody>
          </p:sp>
        </p:grpSp>
        <p:sp>
          <p:nvSpPr>
            <p:cNvPr name="AutoShape 14" id="14"/>
            <p:cNvSpPr/>
            <p:nvPr/>
          </p:nvSpPr>
          <p:spPr>
            <a:xfrm>
              <a:off x="5588000" y="0"/>
              <a:ext cx="2540000" cy="3759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0E0E0"/>
              </a:solidFill>
            </a:ln>
          </p:spPr>
        </p:sp>
        <p:grpSp>
          <p:nvGrpSpPr>
            <p:cNvPr name="Group 15" id="15"/>
            <p:cNvGrpSpPr/>
            <p:nvPr/>
          </p:nvGrpSpPr>
          <p:grpSpPr>
            <a:xfrm>
              <a:off x="5588000" y="0"/>
              <a:ext cx="2540000" cy="3759200"/>
              <a:chOff x="0" y="0"/>
              <a:chExt cx="2540000" cy="3759200"/>
            </a:xfrm>
          </p:grpSpPr>
          <p:pic>
            <p:nvPicPr>
              <p:cNvPr name="Picture 16" id="16"/>
              <p:cNvPicPr>
                <a:picLocks noChangeAspect="true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0500" y="190500"/>
                <a:ext cx="2032000" cy="1524000"/>
              </a:xfrm>
              <a:prstGeom prst="rect">
                <a:avLst/>
              </a:prstGeom>
            </p:spPr>
          </p:pic>
          <p:sp>
            <p:nvSpPr>
              <p:cNvPr name="TextBox 17" id="17"/>
              <p:cNvSpPr txBox="true"/>
              <p:nvPr/>
            </p:nvSpPr>
            <p:spPr>
              <a:xfrm>
                <a:off x="190500" y="1841500"/>
                <a:ext cx="21590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pPr algn="ctr"/>
                <a:r>
                  <a:rPr lang="en-US" b="true" i="false" u="none" sz="1600">
                    <a:latin typeface="Microsoft YaHei"/>
                  </a:rPr>
                  <a:t>Device Max</a:t>
                </a:r>
              </a:p>
            </p:txBody>
          </p:sp>
          <p:sp>
            <p:nvSpPr>
              <p:cNvPr name="TextBox 18" id="18"/>
              <p:cNvSpPr txBox="true"/>
              <p:nvPr/>
            </p:nvSpPr>
            <p:spPr>
              <a:xfrm>
                <a:off x="190500" y="2247900"/>
                <a:ext cx="21590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pPr algn="ctr"/>
                <a:r>
                  <a:rPr lang="en-US" b="false" i="false" u="none" sz="1400">
                    <a:solidFill>
                      <a:srgbClr val="4CAF50"/>
                    </a:solidFill>
                    <a:latin typeface="Microsoft YaHei"/>
                  </a:rPr>
                  <a:t>$129.99</a:t>
                </a: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508000" y="381000"/>
            <a:ext cx="8128000" cy="762000"/>
            <a:chOff x="0" y="0"/>
            <a:chExt cx="8128000" cy="762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27000"/>
              <a:ext cx="1689100" cy="508000"/>
            </a:xfrm>
            <a:prstGeom prst="rect">
              <a:avLst/>
            </a:prstGeom>
          </p:spPr>
        </p:pic>
        <p:grpSp>
          <p:nvGrpSpPr>
            <p:cNvPr name="Group 4" id="4"/>
            <p:cNvGrpSpPr/>
            <p:nvPr/>
          </p:nvGrpSpPr>
          <p:grpSpPr>
            <a:xfrm>
              <a:off x="4737100" y="254000"/>
              <a:ext cx="3390900" cy="254000"/>
              <a:chOff x="0" y="0"/>
              <a:chExt cx="3390900" cy="2540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4445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1565C0"/>
                    </a:solidFill>
                    <a:latin typeface="Microsoft YaHei"/>
                  </a:rPr>
                  <a:t>Home</a:t>
                </a:r>
              </a:p>
            </p:txBody>
          </p:sp>
          <p:sp>
            <p:nvSpPr>
              <p:cNvPr name="TextBox 6" id="6"/>
              <p:cNvSpPr txBox="true"/>
              <p:nvPr/>
            </p:nvSpPr>
            <p:spPr>
              <a:xfrm>
                <a:off x="698500" y="0"/>
                <a:ext cx="8890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1565C0"/>
                    </a:solidFill>
                    <a:latin typeface="Microsoft YaHei"/>
                  </a:rPr>
                  <a:t>Products</a:t>
                </a:r>
              </a:p>
            </p:txBody>
          </p:sp>
          <p:sp>
            <p:nvSpPr>
              <p:cNvPr name="TextBox 7" id="7"/>
              <p:cNvSpPr txBox="true"/>
              <p:nvPr/>
            </p:nvSpPr>
            <p:spPr>
              <a:xfrm>
                <a:off x="1816100" y="0"/>
                <a:ext cx="5588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1565C0"/>
                    </a:solidFill>
                    <a:latin typeface="Microsoft YaHei"/>
                  </a:rPr>
                  <a:t>About</a:t>
                </a:r>
              </a:p>
            </p:txBody>
          </p:sp>
          <p:sp>
            <p:nvSpPr>
              <p:cNvPr name="TextBox 8" id="8"/>
              <p:cNvSpPr txBox="true"/>
              <p:nvPr/>
            </p:nvSpPr>
            <p:spPr>
              <a:xfrm>
                <a:off x="2628900" y="0"/>
                <a:ext cx="7747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1565C0"/>
                    </a:solidFill>
                    <a:latin typeface="Microsoft YaHei"/>
                  </a:rPr>
                  <a:t>Contact</a:t>
                </a:r>
              </a:p>
            </p:txBody>
          </p:sp>
        </p:grpSp>
      </p:grpSp>
      <p:sp>
        <p:nvSpPr>
          <p:cNvPr name="TextBox 9" id="9"/>
          <p:cNvSpPr txBox="true"/>
          <p:nvPr/>
        </p:nvSpPr>
        <p:spPr>
          <a:xfrm>
            <a:off x="508000" y="13335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Company Overview</a:t>
            </a:r>
          </a:p>
        </p:txBody>
      </p:sp>
      <p:grpSp>
        <p:nvGrpSpPr>
          <p:cNvPr name="Group 10" id="10"/>
          <p:cNvGrpSpPr/>
          <p:nvPr/>
        </p:nvGrpSpPr>
        <p:grpSpPr>
          <a:xfrm>
            <a:off x="508000" y="1955800"/>
            <a:ext cx="8128000" cy="2806700"/>
            <a:chOff x="0" y="0"/>
            <a:chExt cx="8128000" cy="2806700"/>
          </a:xfrm>
        </p:grpSpPr>
        <p:grpSp>
          <p:nvGrpSpPr>
            <p:cNvPr name="Group 11" id="11"/>
            <p:cNvGrpSpPr/>
            <p:nvPr/>
          </p:nvGrpSpPr>
          <p:grpSpPr>
            <a:xfrm>
              <a:off x="0" y="0"/>
              <a:ext cx="3975100" cy="2806700"/>
              <a:chOff x="0" y="0"/>
              <a:chExt cx="3975100" cy="2806700"/>
            </a:xfrm>
          </p:grpSpPr>
          <p:sp>
            <p:nvSpPr>
              <p:cNvPr name="TextBox 12" id="12"/>
              <p:cNvSpPr txBox="true"/>
              <p:nvPr/>
            </p:nvSpPr>
            <p:spPr>
              <a:xfrm>
                <a:off x="0" y="0"/>
                <a:ext cx="3975100" cy="9779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800">
                    <a:latin typeface="Microsoft YaHei"/>
                  </a:rPr>
                  <a:t>Our company specializes in innovative solutions for modern businesses.</a:t>
                </a:r>
              </a:p>
            </p:txBody>
          </p:sp>
          <p:sp>
            <p:nvSpPr>
              <p:cNvPr name="TextBox 13" id="13"/>
              <p:cNvSpPr txBox="true"/>
              <p:nvPr/>
            </p:nvSpPr>
            <p:spPr>
              <a:xfrm>
                <a:off x="0" y="1079500"/>
                <a:ext cx="3975100" cy="9652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800">
                    <a:latin typeface="Microsoft YaHei"/>
                  </a:rPr>
                  <a:t>Founded in 2020, we've grown to serve over 500 clients worldwide.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>
              <a:off x="4165600" y="0"/>
              <a:ext cx="3962400" cy="2806700"/>
              <a:chOff x="0" y="0"/>
              <a:chExt cx="3962400" cy="2806700"/>
            </a:xfrm>
          </p:grpSpPr>
          <p:pic>
            <p:nvPicPr>
              <p:cNvPr name="Picture 15" id="15"/>
              <p:cNvPicPr>
                <a:picLocks noChangeAspect="true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1200" y="457200"/>
                <a:ext cx="2540000" cy="190500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