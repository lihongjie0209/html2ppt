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example.com" TargetMode="External" Type="http://schemas.openxmlformats.org/officeDocument/2006/relationships/hyperlink"/><Relationship Id="rId3" Target="https://github.com" TargetMode="External" Type="http://schemas.openxmlformats.org/officeDocument/2006/relationships/hyperlink"/><Relationship Id="rId4" Target="mailto:hello@example.com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html.spec.whatwg.org/" TargetMode="External" Type="http://schemas.openxmlformats.org/officeDocument/2006/relationships/hyperlink"/><Relationship Id="rId3" Target="https://www.w3.org/Style/CSS/" TargetMode="External" Type="http://schemas.openxmlformats.org/officeDocument/2006/relationships/hyperlink"/><Relationship Id="rId4" Target="https://javascript.info/" TargetMode="External" Type="http://schemas.openxmlformats.org/officeDocument/2006/relationships/hyperlink"/><Relationship Id="rId5" Target="https://stackoverflow.com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ocs.example.com" TargetMode="External" Type="http://schemas.openxmlformats.org/officeDocument/2006/relationships/hyperlink"/><Relationship Id="rId3" Target="https://api.example.com" TargetMode="External" Type="http://schemas.openxmlformats.org/officeDocument/2006/relationships/hyperlink"/><Relationship Id="rId4" Target="https://support.example.com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example.com/privacy" TargetMode="External" Type="http://schemas.openxmlformats.org/officeDocument/2006/relationships/hyperlink"/><Relationship Id="rId3" Target="https://example.com/terms" TargetMode="External" Type="http://schemas.openxmlformats.org/officeDocument/2006/relationships/hyperlink"/><Relationship Id="rId4" Target="https://example.com/contact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032000" y="1955800"/>
            <a:ext cx="5080000" cy="711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4000">
                <a:solidFill>
                  <a:srgbClr val="FFFFFF"/>
                </a:solidFill>
                <a:latin typeface="Microsoft YaHei"/>
              </a:rPr>
              <a:t>Hyperlinks Test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257300" y="2857500"/>
            <a:ext cx="66294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solidFill>
                  <a:srgbClr val="BBDEFB"/>
                </a:solidFill>
                <a:latin typeface="Microsoft YaHei"/>
              </a:rPr>
              <a:t>Testing &lt;a href&gt; element rendering in PowerPoint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Basic Links</a:t>
            </a:r>
          </a:p>
        </p:txBody>
      </p:sp>
      <p:sp>
        <p:nvSpPr>
          <p:cNvPr name="AutoShape 3" id="3"/>
          <p:cNvSpPr/>
          <p:nvPr/>
        </p:nvSpPr>
        <p:spPr>
          <a:xfrm>
            <a:off x="508000" y="1003300"/>
            <a:ext cx="8128000" cy="1498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</p:sp>
      <p:grpSp>
        <p:nvGrpSpPr>
          <p:cNvPr name="Group 4" id="4"/>
          <p:cNvGrpSpPr/>
          <p:nvPr/>
        </p:nvGrpSpPr>
        <p:grpSpPr>
          <a:xfrm>
            <a:off x="508000" y="1003300"/>
            <a:ext cx="8128000" cy="1498600"/>
            <a:chOff x="0" y="0"/>
            <a:chExt cx="8128000" cy="1498600"/>
          </a:xfrm>
        </p:grpSpPr>
        <p:sp>
          <p:nvSpPr>
            <p:cNvPr name="TextBox 5" id="5"/>
            <p:cNvSpPr txBox="true"/>
            <p:nvPr/>
          </p:nvSpPr>
          <p:spPr>
            <a:xfrm>
              <a:off x="254000" y="254000"/>
              <a:ext cx="7620000" cy="2667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 sz="1400">
                  <a:solidFill>
                    <a:srgbClr val="666666"/>
                  </a:solidFill>
                  <a:latin typeface="Microsoft YaHei"/>
                </a:rPr>
                <a:t>Visit our website: </a:t>
              </a:r>
              <a:r>
                <a:rPr lang="en-US" b="false" i="false" u="sng" sz="1400">
                  <a:solidFill>
                    <a:srgbClr val="666666"/>
                  </a:solidFill>
                  <a:latin typeface="Microsoft YaHei"/>
                  <a:hlinkClick r:id="rId2" tooltip="https://example.com"/>
                </a:rPr>
                <a:t>example.com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>
              <a:off x="254000" y="622300"/>
              <a:ext cx="7620000" cy="2540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 sz="1400">
                  <a:solidFill>
                    <a:srgbClr val="666666"/>
                  </a:solidFill>
                  <a:latin typeface="Microsoft YaHei"/>
                </a:rPr>
                <a:t>Check the </a:t>
              </a:r>
              <a:r>
                <a:rPr lang="en-US" b="false" i="false" u="sng" sz="1400">
                  <a:solidFill>
                    <a:srgbClr val="666666"/>
                  </a:solidFill>
                  <a:latin typeface="Microsoft YaHei"/>
                  <a:hlinkClick r:id="rId3" tooltip="https://github.com"/>
                </a:rPr>
                <a:t>GitHub Repository</a:t>
              </a:r>
              <a:r>
                <a:rPr lang="en-US" b="false" i="false" u="none" sz="1400">
                  <a:solidFill>
                    <a:srgbClr val="666666"/>
                  </a:solidFill>
                  <a:latin typeface="Microsoft YaHei"/>
                </a:rPr>
                <a:t> for more info.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>
              <a:off x="254000" y="1003300"/>
              <a:ext cx="7620000" cy="2667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 sz="1400">
                  <a:solidFill>
                    <a:srgbClr val="666666"/>
                  </a:solidFill>
                  <a:latin typeface="Microsoft YaHei"/>
                </a:rPr>
                <a:t>Contact us at </a:t>
              </a:r>
              <a:r>
                <a:rPr lang="en-US" b="false" i="false" u="sng" sz="1400">
                  <a:solidFill>
                    <a:srgbClr val="666666"/>
                  </a:solidFill>
                  <a:latin typeface="Microsoft YaHei"/>
                  <a:hlinkClick r:id="rId4" tooltip="mailto:hello@example.com"/>
                </a:rPr>
                <a:t>hello@example.com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Multiple Links in Text</a:t>
            </a:r>
          </a:p>
        </p:txBody>
      </p:sp>
      <p:sp>
        <p:nvSpPr>
          <p:cNvPr name="AutoShape 3" id="3"/>
          <p:cNvSpPr/>
          <p:nvPr/>
        </p:nvSpPr>
        <p:spPr>
          <a:xfrm>
            <a:off x="508000" y="1003300"/>
            <a:ext cx="812800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</p:sp>
      <p:grpSp>
        <p:nvGrpSpPr>
          <p:cNvPr name="Group 4" id="4"/>
          <p:cNvGrpSpPr/>
          <p:nvPr/>
        </p:nvGrpSpPr>
        <p:grpSpPr>
          <a:xfrm>
            <a:off x="508000" y="1003300"/>
            <a:ext cx="8128000" cy="1371600"/>
            <a:chOff x="0" y="0"/>
            <a:chExt cx="8128000" cy="1371600"/>
          </a:xfrm>
        </p:grpSpPr>
        <p:sp>
          <p:nvSpPr>
            <p:cNvPr name="TextBox 5" id="5"/>
            <p:cNvSpPr txBox="true"/>
            <p:nvPr/>
          </p:nvSpPr>
          <p:spPr>
            <a:xfrm>
              <a:off x="254000" y="254000"/>
              <a:ext cx="7620000" cy="5080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 sz="1400">
                  <a:solidFill>
                    <a:srgbClr val="666666"/>
                  </a:solidFill>
                  <a:latin typeface="Microsoft YaHei"/>
                </a:rPr>
                <a:t>Learn more about </a:t>
              </a:r>
              <a:r>
                <a:rPr lang="en-US" b="false" i="false" u="sng" sz="1400">
                  <a:solidFill>
                    <a:srgbClr val="666666"/>
                  </a:solidFill>
                  <a:latin typeface="Microsoft YaHei"/>
                  <a:hlinkClick r:id="rId2" tooltip="https://html.spec.whatwg.org/"/>
                </a:rPr>
                <a:t>HTML</a:t>
              </a:r>
              <a:r>
                <a:rPr lang="en-US" b="false" i="false" u="none" sz="1400">
                  <a:solidFill>
                    <a:srgbClr val="666666"/>
                  </a:solidFill>
                  <a:latin typeface="Microsoft YaHei"/>
                </a:rPr>
                <a:t>, 
         </a:t>
              </a:r>
              <a:r>
                <a:rPr lang="en-US" b="false" i="false" u="sng" sz="1400">
                  <a:solidFill>
                    <a:srgbClr val="666666"/>
                  </a:solidFill>
                  <a:latin typeface="Microsoft YaHei"/>
                  <a:hlinkClick r:id="rId3" tooltip="https://www.w3.org/Style/CSS/"/>
                </a:rPr>
                <a:t>CSS</a:t>
              </a:r>
              <a:r>
                <a:rPr lang="en-US" b="false" i="false" u="none" sz="1400">
                  <a:solidFill>
                    <a:srgbClr val="666666"/>
                  </a:solidFill>
                  <a:latin typeface="Microsoft YaHei"/>
                </a:rPr>
                <a:t>, and 
         </a:t>
              </a:r>
              <a:r>
                <a:rPr lang="en-US" b="false" i="false" u="sng" sz="1400">
                  <a:solidFill>
                    <a:srgbClr val="666666"/>
                  </a:solidFill>
                  <a:latin typeface="Microsoft YaHei"/>
                  <a:hlinkClick r:id="rId4" tooltip="https://javascript.info/"/>
                </a:rPr>
                <a:t>JavaScript</a:t>
              </a:r>
              <a:r>
                <a:rPr lang="en-US" b="false" i="false" u="none" sz="1400">
                  <a:solidFill>
                    <a:srgbClr val="666666"/>
                  </a:solidFill>
                  <a:latin typeface="Microsoft YaHei"/>
                </a:rPr>
                <a:t> on their official websites.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>
              <a:off x="254000" y="876300"/>
              <a:ext cx="7620000" cy="2667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 sz="1400">
                  <a:solidFill>
                    <a:srgbClr val="666666"/>
                  </a:solidFill>
                  <a:latin typeface="Microsoft YaHei"/>
                </a:rPr>
                <a:t>You can also visit </a:t>
              </a:r>
              <a:r>
                <a:rPr lang="en-US" b="false" i="false" u="sng" sz="1400">
                  <a:solidFill>
                    <a:srgbClr val="666666"/>
                  </a:solidFill>
                  <a:latin typeface="Microsoft YaHei"/>
                  <a:hlinkClick r:id="rId5" tooltip="https://stackoverflow.com"/>
                </a:rPr>
                <a:t>Stack Overflow</a:t>
              </a:r>
              <a:r>
                <a:rPr lang="en-US" b="false" i="false" u="none" sz="1400">
                  <a:solidFill>
                    <a:srgbClr val="666666"/>
                  </a:solidFill>
                  <a:latin typeface="Microsoft YaHei"/>
                </a:rPr>
                <a:t> for help.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Navigation Style Links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03300"/>
            <a:ext cx="8128000" cy="787400"/>
            <a:chOff x="0" y="0"/>
            <a:chExt cx="8128000" cy="787400"/>
          </a:xfrm>
        </p:grpSpPr>
        <p:grpSp>
          <p:nvGrpSpPr>
            <p:cNvPr name="Group 4" id="4"/>
            <p:cNvGrpSpPr/>
            <p:nvPr/>
          </p:nvGrpSpPr>
          <p:grpSpPr>
            <a:xfrm>
              <a:off x="1803400" y="254000"/>
              <a:ext cx="508000" cy="279400"/>
              <a:chOff x="0" y="0"/>
              <a:chExt cx="508000" cy="2794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5080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>
                    <a:latin typeface="Microsoft YaHei"/>
                  </a:rPr>
                  <a:t>Home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>
              <a:off x="2692400" y="254000"/>
              <a:ext cx="1003300" cy="279400"/>
              <a:chOff x="0" y="0"/>
              <a:chExt cx="1003300" cy="279400"/>
            </a:xfrm>
          </p:grpSpPr>
          <p:sp>
            <p:nvSpPr>
              <p:cNvPr name="TextBox 7" id="7"/>
              <p:cNvSpPr txBox="true"/>
              <p:nvPr/>
            </p:nvSpPr>
            <p:spPr>
              <a:xfrm>
                <a:off x="0" y="0"/>
                <a:ext cx="10033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>
                    <a:latin typeface="Microsoft YaHei"/>
                  </a:rPr>
                  <a:t>Products</a:t>
                </a: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>
              <a:off x="4076700" y="254000"/>
              <a:ext cx="990600" cy="279400"/>
              <a:chOff x="0" y="0"/>
              <a:chExt cx="990600" cy="279400"/>
            </a:xfrm>
          </p:grpSpPr>
          <p:sp>
            <p:nvSpPr>
              <p:cNvPr name="TextBox 9" id="9"/>
              <p:cNvSpPr txBox="true"/>
              <p:nvPr/>
            </p:nvSpPr>
            <p:spPr>
              <a:xfrm>
                <a:off x="0" y="0"/>
                <a:ext cx="10033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>
                    <a:latin typeface="Microsoft YaHei"/>
                  </a:rPr>
                  <a:t>About Us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>
              <a:off x="5448300" y="254000"/>
              <a:ext cx="876300" cy="279400"/>
              <a:chOff x="0" y="0"/>
              <a:chExt cx="876300" cy="279400"/>
            </a:xfrm>
          </p:grpSpPr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8763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>
                    <a:latin typeface="Microsoft YaHei"/>
                  </a:rPr>
                  <a:t>Contact</a:t>
                </a:r>
              </a:p>
            </p:txBody>
          </p:sp>
        </p:grpSp>
      </p:grpSp>
      <p:sp>
        <p:nvSpPr>
          <p:cNvPr name="AutoShape 12" id="12"/>
          <p:cNvSpPr/>
          <p:nvPr/>
        </p:nvSpPr>
        <p:spPr>
          <a:xfrm>
            <a:off x="508000" y="1981200"/>
            <a:ext cx="8128000" cy="1955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</p:sp>
      <p:grpSp>
        <p:nvGrpSpPr>
          <p:cNvPr name="Group 13" id="13"/>
          <p:cNvGrpSpPr/>
          <p:nvPr/>
        </p:nvGrpSpPr>
        <p:grpSpPr>
          <a:xfrm>
            <a:off x="508000" y="1981200"/>
            <a:ext cx="8128000" cy="1955800"/>
            <a:chOff x="0" y="0"/>
            <a:chExt cx="8128000" cy="1955800"/>
          </a:xfrm>
        </p:grpSpPr>
        <p:sp>
          <p:nvSpPr>
            <p:cNvPr name="TextBox 14" id="14"/>
            <p:cNvSpPr txBox="true"/>
            <p:nvPr/>
          </p:nvSpPr>
          <p:spPr>
            <a:xfrm>
              <a:off x="254000" y="254000"/>
              <a:ext cx="7620000" cy="3302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true" i="false" u="none" sz="1800">
                  <a:solidFill>
                    <a:srgbClr val="333333"/>
                  </a:solidFill>
                  <a:latin typeface="Microsoft YaHei"/>
                </a:rPr>
                <a:t>Quick Links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>
              <a:off x="254000" y="698500"/>
              <a:ext cx="7620000" cy="2540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sng" sz="1400">
                  <a:solidFill>
                    <a:srgbClr val="666666"/>
                  </a:solidFill>
                  <a:latin typeface="Microsoft YaHei"/>
                  <a:hlinkClick r:id="rId2" tooltip="https://docs.example.com"/>
                </a:rPr>
                <a:t>Documentation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>
              <a:off x="254000" y="1066800"/>
              <a:ext cx="7620000" cy="2667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sng" sz="1400">
                  <a:solidFill>
                    <a:srgbClr val="666666"/>
                  </a:solidFill>
                  <a:latin typeface="Microsoft YaHei"/>
                  <a:hlinkClick r:id="rId3" tooltip="https://api.example.com"/>
                </a:rPr>
                <a:t>API Reference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>
              <a:off x="254000" y="1447800"/>
              <a:ext cx="7620000" cy="2540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sng" sz="1400">
                  <a:solidFill>
                    <a:srgbClr val="666666"/>
                  </a:solidFill>
                  <a:latin typeface="Microsoft YaHei"/>
                  <a:hlinkClick r:id="rId4" tooltip="https://support.example.com"/>
                </a:rPr>
                <a:t>Support Center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Call to Action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03300"/>
            <a:ext cx="8128000" cy="3759200"/>
            <a:chOff x="0" y="0"/>
            <a:chExt cx="8128000" cy="37592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3937000" cy="3759200"/>
              <a:chOff x="0" y="0"/>
              <a:chExt cx="3937000" cy="3759200"/>
            </a:xfrm>
          </p:grpSpPr>
          <p:sp>
            <p:nvSpPr>
              <p:cNvPr name="AutoShape 5" id="5"/>
              <p:cNvSpPr/>
              <p:nvPr/>
            </p:nvSpPr>
            <p:spPr>
              <a:xfrm>
                <a:off x="0" y="0"/>
                <a:ext cx="3937000" cy="2273300"/>
              </a:xfrm>
              <a:prstGeom prst="roundRect">
                <a:avLst/>
              </a:prstGeom>
              <a:solidFill>
                <a:srgbClr val="F5F5F5"/>
              </a:solidFill>
              <a:ln>
                <a:noFill/>
              </a:ln>
            </p:spPr>
          </p:sp>
          <p:grpSp>
            <p:nvGrpSpPr>
              <p:cNvPr name="Group 6" id="6"/>
              <p:cNvGrpSpPr/>
              <p:nvPr/>
            </p:nvGrpSpPr>
            <p:grpSpPr>
              <a:xfrm>
                <a:off x="0" y="0"/>
                <a:ext cx="3937000" cy="2273300"/>
                <a:chOff x="0" y="0"/>
                <a:chExt cx="3937000" cy="2273300"/>
              </a:xfrm>
            </p:grpSpPr>
            <p:sp>
              <p:nvSpPr>
                <p:cNvPr name="TextBox 7" id="7"/>
                <p:cNvSpPr txBox="true"/>
                <p:nvPr/>
              </p:nvSpPr>
              <p:spPr>
                <a:xfrm>
                  <a:off x="254000" y="254000"/>
                  <a:ext cx="3429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800">
                      <a:solidFill>
                        <a:srgbClr val="333333"/>
                      </a:solidFill>
                      <a:latin typeface="Microsoft YaHei"/>
                    </a:rPr>
                    <a:t>Free Trial</a:t>
                  </a:r>
                </a:p>
              </p:txBody>
            </p:sp>
            <p:sp>
              <p:nvSpPr>
                <p:cNvPr name="TextBox 8" id="8"/>
                <p:cNvSpPr txBox="true"/>
                <p:nvPr/>
              </p:nvSpPr>
              <p:spPr>
                <a:xfrm>
                  <a:off x="254000" y="698500"/>
                  <a:ext cx="3429000" cy="5080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400">
                      <a:solidFill>
                        <a:srgbClr val="666666"/>
                      </a:solidFill>
                      <a:latin typeface="Microsoft YaHei"/>
                    </a:rPr>
                    <a:t>Start your 30-day free trial today.</a:t>
                  </a:r>
                </a:p>
              </p:txBody>
            </p:sp>
            <p:sp>
              <p:nvSpPr>
                <p:cNvPr name="AutoShape 9" id="9"/>
                <p:cNvSpPr/>
                <p:nvPr/>
              </p:nvSpPr>
              <p:spPr>
                <a:xfrm>
                  <a:off x="254000" y="1320800"/>
                  <a:ext cx="3429000" cy="698500"/>
                </a:xfrm>
                <a:prstGeom prst="roundRect">
                  <a:avLst/>
                </a:prstGeom>
                <a:solidFill>
                  <a:srgbClr val="4CAF50"/>
                </a:solidFill>
                <a:ln>
                  <a:noFill/>
                </a:ln>
              </p:spPr>
            </p:sp>
            <p:grpSp>
              <p:nvGrpSpPr>
                <p:cNvPr name="Group 10" id="10"/>
                <p:cNvGrpSpPr/>
                <p:nvPr/>
              </p:nvGrpSpPr>
              <p:grpSpPr>
                <a:xfrm>
                  <a:off x="254000" y="1320800"/>
                  <a:ext cx="3429000" cy="698500"/>
                  <a:chOff x="0" y="0"/>
                  <a:chExt cx="3429000" cy="698500"/>
                </a:xfrm>
              </p:grpSpPr>
              <p:grpSp>
                <p:nvGrpSpPr>
                  <p:cNvPr name="Group 11" id="11"/>
                  <p:cNvGrpSpPr/>
                  <p:nvPr/>
                </p:nvGrpSpPr>
                <p:grpSpPr>
                  <a:xfrm>
                    <a:off x="723900" y="190500"/>
                    <a:ext cx="1981200" cy="317500"/>
                    <a:chOff x="0" y="0"/>
                    <a:chExt cx="1981200" cy="317500"/>
                  </a:xfrm>
                </p:grpSpPr>
                <p:sp>
                  <p:nvSpPr>
                    <p:cNvPr name="TextBox 12" id="12"/>
                    <p:cNvSpPr txBox="true"/>
                    <p:nvPr/>
                  </p:nvSpPr>
                  <p:spPr>
                    <a:xfrm>
                      <a:off x="0" y="0"/>
                      <a:ext cx="2006600" cy="330200"/>
                    </a:xfrm>
                    <a:prstGeom prst="rect">
                      <a:avLst/>
                    </a:prstGeom>
                  </p:spPr>
                  <p:txBody>
                    <a:bodyPr anchor="t" rtlCol="false" lIns="0" rIns="0" tIns="0" bIns="0" wrap="square"/>
                    <a:lstStyle/>
                    <a:p>
                      <a:r>
                        <a:rPr lang="en-US" b="false" i="false" u="none">
                          <a:latin typeface="Microsoft YaHei"/>
                        </a:rPr>
                        <a:t>Sign Up Now →</a:t>
                      </a:r>
                    </a:p>
                  </p:txBody>
                </p:sp>
              </p:grpSp>
            </p:grpSp>
          </p:grpSp>
        </p:grpSp>
        <p:grpSp>
          <p:nvGrpSpPr>
            <p:cNvPr name="Group 13" id="13"/>
            <p:cNvGrpSpPr/>
            <p:nvPr/>
          </p:nvGrpSpPr>
          <p:grpSpPr>
            <a:xfrm>
              <a:off x="4191000" y="0"/>
              <a:ext cx="3937000" cy="3759200"/>
              <a:chOff x="0" y="0"/>
              <a:chExt cx="3937000" cy="3759200"/>
            </a:xfrm>
          </p:grpSpPr>
          <p:sp>
            <p:nvSpPr>
              <p:cNvPr name="AutoShape 14" id="14"/>
              <p:cNvSpPr/>
              <p:nvPr/>
            </p:nvSpPr>
            <p:spPr>
              <a:xfrm>
                <a:off x="0" y="0"/>
                <a:ext cx="3937000" cy="2032000"/>
              </a:xfrm>
              <a:prstGeom prst="roundRect">
                <a:avLst/>
              </a:prstGeom>
              <a:solidFill>
                <a:srgbClr val="F5F5F5"/>
              </a:solidFill>
              <a:ln>
                <a:noFill/>
              </a:ln>
            </p:spPr>
          </p:sp>
          <p:grpSp>
            <p:nvGrpSpPr>
              <p:cNvPr name="Group 15" id="15"/>
              <p:cNvGrpSpPr/>
              <p:nvPr/>
            </p:nvGrpSpPr>
            <p:grpSpPr>
              <a:xfrm>
                <a:off x="0" y="0"/>
                <a:ext cx="3937000" cy="2032000"/>
                <a:chOff x="0" y="0"/>
                <a:chExt cx="3937000" cy="2032000"/>
              </a:xfrm>
            </p:grpSpPr>
            <p:sp>
              <p:nvSpPr>
                <p:cNvPr name="TextBox 16" id="16"/>
                <p:cNvSpPr txBox="true"/>
                <p:nvPr/>
              </p:nvSpPr>
              <p:spPr>
                <a:xfrm>
                  <a:off x="254000" y="254000"/>
                  <a:ext cx="3429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800">
                      <a:solidFill>
                        <a:srgbClr val="333333"/>
                      </a:solidFill>
                      <a:latin typeface="Microsoft YaHei"/>
                    </a:rPr>
                    <a:t>Learn More</a:t>
                  </a:r>
                </a:p>
              </p:txBody>
            </p:sp>
            <p:sp>
              <p:nvSpPr>
                <p:cNvPr name="TextBox 17" id="17"/>
                <p:cNvSpPr txBox="true"/>
                <p:nvPr/>
              </p:nvSpPr>
              <p:spPr>
                <a:xfrm>
                  <a:off x="254000" y="698500"/>
                  <a:ext cx="3429000" cy="2667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400">
                      <a:solidFill>
                        <a:srgbClr val="666666"/>
                      </a:solidFill>
                      <a:latin typeface="Microsoft YaHei"/>
                    </a:rPr>
                    <a:t>Discover all our features.</a:t>
                  </a:r>
                </a:p>
              </p:txBody>
            </p:sp>
            <p:sp>
              <p:nvSpPr>
                <p:cNvPr name="AutoShape 18" id="18"/>
                <p:cNvSpPr/>
                <p:nvPr/>
              </p:nvSpPr>
              <p:spPr>
                <a:xfrm>
                  <a:off x="254000" y="1079500"/>
                  <a:ext cx="3429000" cy="711200"/>
                </a:xfrm>
                <a:prstGeom prst="roundRect">
                  <a:avLst/>
                </a:prstGeom>
                <a:solidFill>
                  <a:srgbClr val="1976D2"/>
                </a:solidFill>
                <a:ln>
                  <a:noFill/>
                </a:ln>
              </p:spPr>
            </p:sp>
            <p:grpSp>
              <p:nvGrpSpPr>
                <p:cNvPr name="Group 19" id="19"/>
                <p:cNvGrpSpPr/>
                <p:nvPr/>
              </p:nvGrpSpPr>
              <p:grpSpPr>
                <a:xfrm>
                  <a:off x="254000" y="1079500"/>
                  <a:ext cx="3429000" cy="711200"/>
                  <a:chOff x="0" y="0"/>
                  <a:chExt cx="3429000" cy="711200"/>
                </a:xfrm>
              </p:grpSpPr>
              <p:grpSp>
                <p:nvGrpSpPr>
                  <p:cNvPr name="Group 20" id="20"/>
                  <p:cNvGrpSpPr/>
                  <p:nvPr/>
                </p:nvGrpSpPr>
                <p:grpSpPr>
                  <a:xfrm>
                    <a:off x="571500" y="190500"/>
                    <a:ext cx="2286000" cy="330200"/>
                    <a:chOff x="0" y="0"/>
                    <a:chExt cx="2286000" cy="330200"/>
                  </a:xfrm>
                </p:grpSpPr>
                <p:sp>
                  <p:nvSpPr>
                    <p:cNvPr name="TextBox 21" id="21"/>
                    <p:cNvSpPr txBox="true"/>
                    <p:nvPr/>
                  </p:nvSpPr>
                  <p:spPr>
                    <a:xfrm>
                      <a:off x="0" y="0"/>
                      <a:ext cx="2286000" cy="330200"/>
                    </a:xfrm>
                    <a:prstGeom prst="rect">
                      <a:avLst/>
                    </a:prstGeom>
                  </p:spPr>
                  <p:txBody>
                    <a:bodyPr anchor="t" rtlCol="false" lIns="0" rIns="0" tIns="0" bIns="0" wrap="square"/>
                    <a:lstStyle/>
                    <a:p>
                      <a:r>
                        <a:rPr lang="en-US" b="false" i="false" u="none">
                          <a:latin typeface="Microsoft YaHei"/>
                        </a:rPr>
                        <a:t>View Features →</a:t>
                      </a:r>
                    </a:p>
                  </p:txBody>
                </p:sp>
              </p:grpSp>
            </p:grpSp>
          </p:grp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Footer Style Links</a:t>
            </a:r>
          </a:p>
        </p:txBody>
      </p:sp>
      <p:sp>
        <p:nvSpPr>
          <p:cNvPr name="AutoShape 3" id="3"/>
          <p:cNvSpPr/>
          <p:nvPr/>
        </p:nvSpPr>
        <p:spPr>
          <a:xfrm>
            <a:off x="508000" y="1003300"/>
            <a:ext cx="8128000" cy="2565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</p:sp>
      <p:grpSp>
        <p:nvGrpSpPr>
          <p:cNvPr name="Group 4" id="4"/>
          <p:cNvGrpSpPr/>
          <p:nvPr/>
        </p:nvGrpSpPr>
        <p:grpSpPr>
          <a:xfrm>
            <a:off x="508000" y="1003300"/>
            <a:ext cx="8128000" cy="2565400"/>
            <a:chOff x="0" y="0"/>
            <a:chExt cx="8128000" cy="2565400"/>
          </a:xfrm>
        </p:grpSpPr>
        <p:sp>
          <p:nvSpPr>
            <p:cNvPr name="TextBox 5" id="5"/>
            <p:cNvSpPr txBox="true"/>
            <p:nvPr/>
          </p:nvSpPr>
          <p:spPr>
            <a:xfrm>
              <a:off x="254000" y="254000"/>
              <a:ext cx="7620000" cy="2667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 sz="1400">
                  <a:solidFill>
                    <a:srgbClr val="666666"/>
                  </a:solidFill>
                  <a:latin typeface="Microsoft YaHei"/>
                </a:rPr>
                <a:t>Content area...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508000" y="3759200"/>
            <a:ext cx="8128000" cy="1003300"/>
          </a:xfrm>
          <a:prstGeom prst="rect">
            <a:avLst/>
          </a:prstGeom>
          <a:solidFill>
            <a:srgbClr val="263238"/>
          </a:solidFill>
          <a:ln>
            <a:noFill/>
          </a:ln>
        </p:spPr>
      </p:sp>
      <p:grpSp>
        <p:nvGrpSpPr>
          <p:cNvPr name="Group 7" id="7"/>
          <p:cNvGrpSpPr/>
          <p:nvPr/>
        </p:nvGrpSpPr>
        <p:grpSpPr>
          <a:xfrm>
            <a:off x="508000" y="3759200"/>
            <a:ext cx="8128000" cy="1003300"/>
            <a:chOff x="0" y="0"/>
            <a:chExt cx="8128000" cy="1003300"/>
          </a:xfrm>
        </p:grpSpPr>
        <p:sp>
          <p:nvSpPr>
            <p:cNvPr name="TextBox 8" id="8"/>
            <p:cNvSpPr txBox="true"/>
            <p:nvPr/>
          </p:nvSpPr>
          <p:spPr>
            <a:xfrm>
              <a:off x="254000" y="254000"/>
              <a:ext cx="7620000" cy="5080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pPr algn="ctr"/>
              <a:r>
                <a:rPr lang="en-US" b="false" i="false" u="none" sz="1400">
                  <a:solidFill>
                    <a:srgbClr val="90A4AE"/>
                  </a:solidFill>
                  <a:latin typeface="Microsoft YaHei"/>
                </a:rPr>
                <a:t>© 2024 Example Corp. 
        </a:t>
              </a:r>
              <a:r>
                <a:rPr lang="en-US" b="false" i="false" u="sng" sz="1400">
                  <a:solidFill>
                    <a:srgbClr val="90A4AE"/>
                  </a:solidFill>
                  <a:latin typeface="Microsoft YaHei"/>
                  <a:hlinkClick r:id="rId2" tooltip="https://example.com/privacy"/>
                </a:rPr>
                <a:t>Privacy Policy</a:t>
              </a:r>
              <a:r>
                <a:rPr lang="en-US" b="false" i="false" u="none" sz="1400">
                  <a:solidFill>
                    <a:srgbClr val="90A4AE"/>
                  </a:solidFill>
                  <a:latin typeface="Microsoft YaHei"/>
                </a:rPr>
                <a:t> | 
        </a:t>
              </a:r>
              <a:r>
                <a:rPr lang="en-US" b="false" i="false" u="sng" sz="1400">
                  <a:solidFill>
                    <a:srgbClr val="90A4AE"/>
                  </a:solidFill>
                  <a:latin typeface="Microsoft YaHei"/>
                  <a:hlinkClick r:id="rId3" tooltip="https://example.com/terms"/>
                </a:rPr>
                <a:t>Terms of Service</a:t>
              </a:r>
              <a:r>
                <a:rPr lang="en-US" b="false" i="false" u="none" sz="1400">
                  <a:solidFill>
                    <a:srgbClr val="90A4AE"/>
                  </a:solidFill>
                  <a:latin typeface="Microsoft YaHei"/>
                </a:rPr>
                <a:t> | 
        </a:t>
              </a:r>
              <a:r>
                <a:rPr lang="en-US" b="false" i="false" u="sng" sz="1400">
                  <a:solidFill>
                    <a:srgbClr val="90A4AE"/>
                  </a:solidFill>
                  <a:latin typeface="Microsoft YaHei"/>
                  <a:hlinkClick r:id="rId4" tooltip="https://example.com/contact"/>
                </a:rPr>
                <a:t>Contact Us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