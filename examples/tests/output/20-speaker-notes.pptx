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5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notesSlides/notesSlide3.xml" Type="http://schemas.openxmlformats.org/officeDocument/2006/relationships/notesSlide"/><Relationship Id="rId15" Target="slides/slide5.xml" Type="http://schemas.openxmlformats.org/officeDocument/2006/relationships/slide"/><Relationship Id="rId16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sz="1200">
                <a:latin typeface="Microsoft YaHei"/>
              </a:rPr>
              <a:t>Welcome everyone to today's presentation. Remember to introduce yourself and thank the audience for attending. Key points: 1) Stay on schedule, 2) Engage with questions, 3) End with a call to action.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sz="1200">
                <a:latin typeface="Microsoft YaHei"/>
              </a:rPr>
              <a:t>This slide covers our main objectives. Emphasize the 30% efficiency gain - this is based on our pilot study with Team Alpha. The cost reduction comes primarily from automation of manual processes. Q4 deadline is firm - we have stakeholder commitments.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sz="1200">
                <a:latin typeface="Microsoft YaHei"/>
              </a:rPr>
              <a:t>Phase 1 (Q1): Focus on stakeholder interviews and requirement documentation. We need sign-off from Legal, Finance, and Operations. Design reviews should be completed by end of March. Phase 2 (Q2-Q3): Development sprints with bi-weekly demos. Key milestones: API completion by June, UI by August. Risk: Integration with legacy systems may cause delays. Phase 3 (Q4): Testing includes automated regression suite, performance testing under load, and user acceptance. Deployment strategy: Blue-green deployment with 2-week monitoring period. Remember to highlight contingency plans if asked about risks.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sz="1200">
                <a:latin typeface="Microsoft YaHei"/>
              </a:rPr>
              <a:t>Open the floor for questions. Prepared answers: Budget question - approved with 10% contingency. Team size - 8 FTEs plus 3 contractors. Technology stack - confirmed with IT architecture review.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667EEA"/>
            </a:gs>
            <a:gs pos="100000">
              <a:srgbClr val="764BA2"/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12827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3600">
                <a:solidFill>
                  <a:srgbClr val="FFFFFF"/>
                </a:solidFill>
                <a:latin typeface="Microsoft YaHei"/>
              </a:rPr>
              <a:t>Welcome to Our Presentation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2032000"/>
            <a:ext cx="81280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solidFill>
                  <a:srgbClr val="FFFFFF"/>
                </a:solidFill>
                <a:latin typeface="Microsoft YaHei"/>
              </a:rPr>
              <a:t>This slide has speaker notes attached.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6477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3600">
                <a:solidFill>
                  <a:srgbClr val="333333"/>
                </a:solidFill>
                <a:latin typeface="Microsoft YaHei"/>
              </a:rPr>
              <a:t>Project Overview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1397000"/>
            <a:ext cx="8128000" cy="2095500"/>
            <a:chOff x="0" y="0"/>
            <a:chExt cx="8128000" cy="2095500"/>
          </a:xfrm>
        </p:grpSpPr>
        <p:sp>
          <p:nvSpPr>
            <p:cNvPr name="TextBox 4" id="4"/>
            <p:cNvSpPr txBox="true"/>
            <p:nvPr/>
          </p:nvSpPr>
          <p:spPr>
            <a:xfrm>
              <a:off x="254000" y="254000"/>
              <a:ext cx="7620000" cy="4318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true" i="false" u="none" sz="2400">
                  <a:solidFill>
                    <a:srgbClr val="666666"/>
                  </a:solidFill>
                  <a:latin typeface="Microsoft YaHei"/>
                </a:rPr>
                <a:t>Key Objectives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>
              <a:off x="254000" y="863600"/>
              <a:ext cx="7620000" cy="3302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none" sz="1800">
                  <a:latin typeface="Microsoft YaHei"/>
                </a:rPr>
                <a:t>• Improve efficiency by 30%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>
              <a:off x="254000" y="1181100"/>
              <a:ext cx="7620000" cy="3302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none" sz="1800">
                  <a:latin typeface="Microsoft YaHei"/>
                </a:rPr>
                <a:t>• Reduce costs by $500K annually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>
              <a:off x="254000" y="1511300"/>
              <a:ext cx="7620000" cy="330200"/>
            </a:xfrm>
            <a:prstGeom prst="rect">
              <a:avLst/>
            </a:prstGeom>
          </p:spPr>
          <p:txBody>
            <a:bodyPr anchor="t" rtlCol="false" lIns="0" rIns="0" tIns="0" bIns="0" wrap="square"/>
            <a:lstStyle/>
            <a:p>
              <a:r>
                <a:rPr lang="en-US" b="false" i="false" u="none" sz="1800">
                  <a:latin typeface="Microsoft YaHei"/>
                </a:rPr>
                <a:t>• Launch by Q4 2026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6477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3600">
                <a:solidFill>
                  <a:srgbClr val="333333"/>
                </a:solidFill>
                <a:latin typeface="Microsoft YaHei"/>
              </a:rPr>
              <a:t>Technical Architecture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1397000"/>
            <a:ext cx="81280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latin typeface="Microsoft YaHei"/>
              </a:rPr>
              <a:t>This slide intentionally has no speaker notes.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508000" y="1714500"/>
            <a:ext cx="81280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latin typeface="Microsoft YaHei"/>
              </a:rPr>
              <a:t>It should render normally without any issues.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6477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3600">
                <a:solidFill>
                  <a:srgbClr val="333333"/>
                </a:solidFill>
                <a:latin typeface="Microsoft YaHei"/>
              </a:rPr>
              <a:t>Implementation Timeline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1397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666666"/>
                </a:solidFill>
                <a:latin typeface="Microsoft YaHei"/>
              </a:rPr>
              <a:t>Phase 1: Planning (Q1)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508000" y="2019300"/>
            <a:ext cx="81280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latin typeface="Microsoft YaHei"/>
              </a:rPr>
              <a:t>Requirements gathering and design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508000" y="23368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666666"/>
                </a:solidFill>
                <a:latin typeface="Microsoft YaHei"/>
              </a:rPr>
              <a:t>Phase 2: Development (Q2-Q3)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508000" y="2946400"/>
            <a:ext cx="81280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latin typeface="Microsoft YaHei"/>
              </a:rPr>
              <a:t>Core functionality implementation</a:t>
            </a:r>
          </a:p>
        </p:txBody>
      </p:sp>
      <p:sp>
        <p:nvSpPr>
          <p:cNvPr name="TextBox 7" id="7"/>
          <p:cNvSpPr txBox="true"/>
          <p:nvPr/>
        </p:nvSpPr>
        <p:spPr>
          <a:xfrm>
            <a:off x="508000" y="32766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666666"/>
                </a:solidFill>
                <a:latin typeface="Microsoft YaHei"/>
              </a:rPr>
              <a:t>Phase 3: Testing (Q4)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508000" y="3886200"/>
            <a:ext cx="8128000" cy="330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latin typeface="Microsoft YaHei"/>
              </a:rPr>
              <a:t>QA, UAT, and deployment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508000"/>
            <a:ext cx="8128000" cy="6477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pPr algn="ctr"/>
            <a:r>
              <a:rPr lang="en-US" b="true" i="false" u="none" sz="3600">
                <a:solidFill>
                  <a:srgbClr val="333333"/>
                </a:solidFill>
                <a:latin typeface="Microsoft YaHei"/>
              </a:rPr>
              <a:t>Questions?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1905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pPr algn="ctr"/>
            <a:r>
              <a:rPr lang="en-US" b="false" i="false" u="none" sz="2400">
                <a:latin typeface="Microsoft YaHei"/>
              </a:rP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