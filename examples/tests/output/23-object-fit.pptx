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object-fit: fill (default)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57300"/>
            <a:ext cx="8128000" cy="2921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600">
                <a:solidFill>
                  <a:srgbClr val="888888"/>
                </a:solidFill>
                <a:latin typeface="Microsoft YaHei"/>
              </a:rPr>
              <a:t>Image stretches to fill container, may distort aspect ratio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508000" y="1803400"/>
            <a:ext cx="8128000" cy="2882900"/>
            <a:chOff x="0" y="0"/>
            <a:chExt cx="8128000" cy="2882900"/>
          </a:xfrm>
        </p:grpSpPr>
        <p:grpSp>
          <p:nvGrpSpPr>
            <p:cNvPr name="Group 5" id="5"/>
            <p:cNvGrpSpPr/>
            <p:nvPr/>
          </p:nvGrpSpPr>
          <p:grpSpPr>
            <a:xfrm>
              <a:off x="0" y="0"/>
              <a:ext cx="2540000" cy="2247900"/>
              <a:chOff x="0" y="0"/>
              <a:chExt cx="2540000" cy="2247900"/>
            </a:xfrm>
          </p:grpSpPr>
          <p:sp>
            <p:nvSpPr>
              <p:cNvPr name="AutoShape 6" id="6"/>
              <p:cNvSpPr/>
              <p:nvPr/>
            </p:nvSpPr>
            <p:spPr>
              <a:xfrm>
                <a:off x="0" y="0"/>
                <a:ext cx="2540000" cy="1905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0"/>
                <a:ext cx="2540000" cy="1905000"/>
                <a:chOff x="0" y="0"/>
                <a:chExt cx="2540000" cy="1905000"/>
              </a:xfrm>
            </p:grpSpPr>
            <p:pic>
              <p:nvPicPr>
                <p:cNvPr name="Picture 8" id="8"/>
                <p:cNvPicPr>
                  <a:picLocks noChangeAspect="true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0" y="0"/>
                  <a:ext cx="2540000" cy="1905000"/>
                </a:xfrm>
                <a:prstGeom prst="rect">
                  <a:avLst/>
                </a:prstGeom>
              </p:spPr>
            </p:pic>
          </p:grpSp>
          <p:sp>
            <p:nvSpPr>
              <p:cNvPr name="TextBox 9" id="9"/>
              <p:cNvSpPr txBox="true"/>
              <p:nvPr/>
            </p:nvSpPr>
            <p:spPr>
              <a:xfrm>
                <a:off x="241300" y="2006600"/>
                <a:ext cx="2044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Landscape in square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>
              <a:off x="2921000" y="0"/>
              <a:ext cx="2260600" cy="2882900"/>
              <a:chOff x="0" y="0"/>
              <a:chExt cx="2260600" cy="2882900"/>
            </a:xfrm>
          </p:grpSpPr>
          <p:sp>
            <p:nvSpPr>
              <p:cNvPr name="AutoShape 11" id="11"/>
              <p:cNvSpPr/>
              <p:nvPr/>
            </p:nvSpPr>
            <p:spPr>
              <a:xfrm>
                <a:off x="177800" y="0"/>
                <a:ext cx="1905000" cy="2540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12" id="12"/>
              <p:cNvGrpSpPr/>
              <p:nvPr/>
            </p:nvGrpSpPr>
            <p:grpSpPr>
              <a:xfrm>
                <a:off x="177800" y="0"/>
                <a:ext cx="1905000" cy="2540000"/>
                <a:chOff x="0" y="0"/>
                <a:chExt cx="1905000" cy="2540000"/>
              </a:xfrm>
            </p:grpSpPr>
            <p:pic>
              <p:nvPicPr>
                <p:cNvPr name="Picture 13" id="13"/>
                <p:cNvPicPr>
                  <a:picLocks noChangeAspect="true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0" y="0"/>
                  <a:ext cx="1905000" cy="2540000"/>
                </a:xfrm>
                <a:prstGeom prst="rect">
                  <a:avLst/>
                </a:prstGeom>
              </p:spPr>
            </p:pic>
          </p:grpSp>
          <p:sp>
            <p:nvSpPr>
              <p:cNvPr name="TextBox 14" id="14"/>
              <p:cNvSpPr txBox="true"/>
              <p:nvPr/>
            </p:nvSpPr>
            <p:spPr>
              <a:xfrm>
                <a:off x="0" y="2641600"/>
                <a:ext cx="22606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Landscape in portrait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>
              <a:off x="5562600" y="0"/>
              <a:ext cx="2540000" cy="2882900"/>
              <a:chOff x="0" y="0"/>
              <a:chExt cx="2540000" cy="2882900"/>
            </a:xfrm>
          </p:grpSpPr>
          <p:sp>
            <p:nvSpPr>
              <p:cNvPr name="AutoShape 16" id="16"/>
              <p:cNvSpPr/>
              <p:nvPr/>
            </p:nvSpPr>
            <p:spPr>
              <a:xfrm>
                <a:off x="0" y="0"/>
                <a:ext cx="2540000" cy="2540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17" id="17"/>
              <p:cNvGrpSpPr/>
              <p:nvPr/>
            </p:nvGrpSpPr>
            <p:grpSpPr>
              <a:xfrm>
                <a:off x="0" y="0"/>
                <a:ext cx="2540000" cy="2540000"/>
                <a:chOff x="0" y="0"/>
                <a:chExt cx="2540000" cy="2540000"/>
              </a:xfrm>
            </p:grpSpPr>
            <p:pic>
              <p:nvPicPr>
                <p:cNvPr name="Picture 18" id="18"/>
                <p:cNvPicPr>
                  <a:picLocks noChangeAspect="true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2540000" cy="2540000"/>
                </a:xfrm>
                <a:prstGeom prst="rect">
                  <a:avLst/>
                </a:prstGeom>
              </p:spPr>
            </p:pic>
          </p:grpSp>
          <p:sp>
            <p:nvSpPr>
              <p:cNvPr name="TextBox 19" id="19"/>
              <p:cNvSpPr txBox="true"/>
              <p:nvPr/>
            </p:nvSpPr>
            <p:spPr>
              <a:xfrm>
                <a:off x="292100" y="2641600"/>
                <a:ext cx="1955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Portrait in square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object-fit: contain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57300"/>
            <a:ext cx="8128000" cy="2921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600">
                <a:solidFill>
                  <a:srgbClr val="888888"/>
                </a:solidFill>
                <a:latin typeface="Microsoft YaHei"/>
              </a:rPr>
              <a:t>Image scales to fit inside container, preserves aspect ratio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508000" y="1803400"/>
            <a:ext cx="8128000" cy="2882900"/>
            <a:chOff x="0" y="0"/>
            <a:chExt cx="8128000" cy="2882900"/>
          </a:xfrm>
        </p:grpSpPr>
        <p:grpSp>
          <p:nvGrpSpPr>
            <p:cNvPr name="Group 5" id="5"/>
            <p:cNvGrpSpPr/>
            <p:nvPr/>
          </p:nvGrpSpPr>
          <p:grpSpPr>
            <a:xfrm>
              <a:off x="0" y="0"/>
              <a:ext cx="2540000" cy="2247900"/>
              <a:chOff x="0" y="0"/>
              <a:chExt cx="2540000" cy="2247900"/>
            </a:xfrm>
          </p:grpSpPr>
          <p:sp>
            <p:nvSpPr>
              <p:cNvPr name="AutoShape 6" id="6"/>
              <p:cNvSpPr/>
              <p:nvPr/>
            </p:nvSpPr>
            <p:spPr>
              <a:xfrm>
                <a:off x="0" y="0"/>
                <a:ext cx="2540000" cy="1905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0"/>
                <a:ext cx="2540000" cy="1905000"/>
                <a:chOff x="0" y="0"/>
                <a:chExt cx="2540000" cy="1905000"/>
              </a:xfrm>
            </p:grpSpPr>
            <p:pic>
              <p:nvPicPr>
                <p:cNvPr name="Picture 8" id="8"/>
                <p:cNvPicPr>
                  <a:picLocks noChangeAspect="true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0" y="160867"/>
                  <a:ext cx="2540000" cy="1583267"/>
                </a:xfrm>
                <a:prstGeom prst="rect">
                  <a:avLst/>
                </a:prstGeom>
              </p:spPr>
            </p:pic>
          </p:grpSp>
          <p:sp>
            <p:nvSpPr>
              <p:cNvPr name="TextBox 9" id="9"/>
              <p:cNvSpPr txBox="true"/>
              <p:nvPr/>
            </p:nvSpPr>
            <p:spPr>
              <a:xfrm>
                <a:off x="342900" y="2006600"/>
                <a:ext cx="18542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Landscape in wide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>
              <a:off x="2921000" y="0"/>
              <a:ext cx="1905000" cy="2882900"/>
              <a:chOff x="0" y="0"/>
              <a:chExt cx="1905000" cy="2882900"/>
            </a:xfrm>
          </p:grpSpPr>
          <p:sp>
            <p:nvSpPr>
              <p:cNvPr name="AutoShape 11" id="11"/>
              <p:cNvSpPr/>
              <p:nvPr/>
            </p:nvSpPr>
            <p:spPr>
              <a:xfrm>
                <a:off x="0" y="0"/>
                <a:ext cx="1905000" cy="2540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12" id="12"/>
              <p:cNvGrpSpPr/>
              <p:nvPr/>
            </p:nvGrpSpPr>
            <p:grpSpPr>
              <a:xfrm>
                <a:off x="0" y="0"/>
                <a:ext cx="1905000" cy="2540000"/>
                <a:chOff x="0" y="0"/>
                <a:chExt cx="1905000" cy="2540000"/>
              </a:xfrm>
            </p:grpSpPr>
            <p:pic>
              <p:nvPicPr>
                <p:cNvPr name="Picture 13" id="13"/>
                <p:cNvPicPr>
                  <a:picLocks noChangeAspect="true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0" y="676275"/>
                  <a:ext cx="1905000" cy="1187450"/>
                </a:xfrm>
                <a:prstGeom prst="rect">
                  <a:avLst/>
                </a:prstGeom>
              </p:spPr>
            </p:pic>
          </p:grpSp>
          <p:sp>
            <p:nvSpPr>
              <p:cNvPr name="TextBox 14" id="14"/>
              <p:cNvSpPr txBox="true"/>
              <p:nvPr/>
            </p:nvSpPr>
            <p:spPr>
              <a:xfrm>
                <a:off x="25400" y="2641600"/>
                <a:ext cx="18542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Landscape in tall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>
              <a:off x="5207000" y="0"/>
              <a:ext cx="2540000" cy="2882900"/>
              <a:chOff x="0" y="0"/>
              <a:chExt cx="2540000" cy="2882900"/>
            </a:xfrm>
          </p:grpSpPr>
          <p:sp>
            <p:nvSpPr>
              <p:cNvPr name="AutoShape 16" id="16"/>
              <p:cNvSpPr/>
              <p:nvPr/>
            </p:nvSpPr>
            <p:spPr>
              <a:xfrm>
                <a:off x="0" y="0"/>
                <a:ext cx="2540000" cy="2540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17" id="17"/>
              <p:cNvGrpSpPr/>
              <p:nvPr/>
            </p:nvGrpSpPr>
            <p:grpSpPr>
              <a:xfrm>
                <a:off x="0" y="0"/>
                <a:ext cx="2540000" cy="2540000"/>
                <a:chOff x="0" y="0"/>
                <a:chExt cx="2540000" cy="2540000"/>
              </a:xfrm>
            </p:grpSpPr>
            <p:pic>
              <p:nvPicPr>
                <p:cNvPr name="Picture 18" id="18"/>
                <p:cNvPicPr>
                  <a:picLocks noChangeAspect="true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2901" y="0"/>
                  <a:ext cx="1454198" cy="2540000"/>
                </a:xfrm>
                <a:prstGeom prst="rect">
                  <a:avLst/>
                </a:prstGeom>
              </p:spPr>
            </p:pic>
          </p:grpSp>
          <p:sp>
            <p:nvSpPr>
              <p:cNvPr name="TextBox 19" id="19"/>
              <p:cNvSpPr txBox="true"/>
              <p:nvPr/>
            </p:nvSpPr>
            <p:spPr>
              <a:xfrm>
                <a:off x="292100" y="2641600"/>
                <a:ext cx="1955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Portrait in square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>
              <a:off x="8128000" y="0"/>
              <a:ext cx="3175000" cy="2247900"/>
              <a:chOff x="0" y="0"/>
              <a:chExt cx="3175000" cy="2247900"/>
            </a:xfrm>
          </p:grpSpPr>
          <p:sp>
            <p:nvSpPr>
              <p:cNvPr name="AutoShape 21" id="21"/>
              <p:cNvSpPr/>
              <p:nvPr/>
            </p:nvSpPr>
            <p:spPr>
              <a:xfrm>
                <a:off x="0" y="0"/>
                <a:ext cx="3175000" cy="1905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22" id="22"/>
              <p:cNvGrpSpPr/>
              <p:nvPr/>
            </p:nvGrpSpPr>
            <p:grpSpPr>
              <a:xfrm>
                <a:off x="0" y="0"/>
                <a:ext cx="3175000" cy="1905000"/>
                <a:chOff x="0" y="0"/>
                <a:chExt cx="3175000" cy="1905000"/>
              </a:xfrm>
            </p:grpSpPr>
            <p:pic>
              <p:nvPicPr>
                <p:cNvPr name="Picture 23" id="23"/>
                <p:cNvPicPr>
                  <a:picLocks noChangeAspect="true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2176" y="0"/>
                  <a:ext cx="1090649" cy="1905000"/>
                </a:xfrm>
                <a:prstGeom prst="rect">
                  <a:avLst/>
                </a:prstGeom>
              </p:spPr>
            </p:pic>
          </p:grpSp>
          <p:sp>
            <p:nvSpPr>
              <p:cNvPr name="TextBox 24" id="24"/>
              <p:cNvSpPr txBox="true"/>
              <p:nvPr/>
            </p:nvSpPr>
            <p:spPr>
              <a:xfrm>
                <a:off x="723900" y="2006600"/>
                <a:ext cx="17272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Portrait in wide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object-fit: cover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57300"/>
            <a:ext cx="8128000" cy="2921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600">
                <a:solidFill>
                  <a:srgbClr val="888888"/>
                </a:solidFill>
                <a:latin typeface="Microsoft YaHei"/>
              </a:rPr>
              <a:t>Image scales to cover container, crops edges if needed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508000" y="1803400"/>
            <a:ext cx="8128000" cy="2882900"/>
            <a:chOff x="0" y="0"/>
            <a:chExt cx="8128000" cy="2882900"/>
          </a:xfrm>
        </p:grpSpPr>
        <p:grpSp>
          <p:nvGrpSpPr>
            <p:cNvPr name="Group 5" id="5"/>
            <p:cNvGrpSpPr/>
            <p:nvPr/>
          </p:nvGrpSpPr>
          <p:grpSpPr>
            <a:xfrm>
              <a:off x="0" y="0"/>
              <a:ext cx="2540000" cy="2247900"/>
              <a:chOff x="0" y="0"/>
              <a:chExt cx="2540000" cy="2247900"/>
            </a:xfrm>
          </p:grpSpPr>
          <p:sp>
            <p:nvSpPr>
              <p:cNvPr name="AutoShape 6" id="6"/>
              <p:cNvSpPr/>
              <p:nvPr/>
            </p:nvSpPr>
            <p:spPr>
              <a:xfrm>
                <a:off x="0" y="0"/>
                <a:ext cx="2540000" cy="1905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0"/>
                <a:ext cx="2540000" cy="1905000"/>
                <a:chOff x="0" y="0"/>
                <a:chExt cx="2540000" cy="1905000"/>
              </a:xfrm>
            </p:grpSpPr>
            <p:pic>
              <p:nvPicPr>
                <p:cNvPr name="Picture 8" id="8"/>
                <p:cNvPicPr>
                  <a:picLocks noChangeAspect="true"/>
                </p:cNvPicPr>
                <p:nvPr/>
              </p:nvPicPr>
              <p:blipFill>
                <a:blip r:embed="rId2"/>
                <a:srcRect l="8444" t="0" r="8444" b="0"/>
                <a:stretch>
                  <a:fillRect/>
                </a:stretch>
              </p:blipFill>
              <p:spPr>
                <a:xfrm>
                  <a:off x="0" y="0"/>
                  <a:ext cx="2540000" cy="1905000"/>
                </a:xfrm>
                <a:prstGeom prst="rect">
                  <a:avLst/>
                </a:prstGeom>
              </p:spPr>
            </p:pic>
          </p:grpSp>
          <p:sp>
            <p:nvSpPr>
              <p:cNvPr name="TextBox 9" id="9"/>
              <p:cNvSpPr txBox="true"/>
              <p:nvPr/>
            </p:nvSpPr>
            <p:spPr>
              <a:xfrm>
                <a:off x="342900" y="2006600"/>
                <a:ext cx="18542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Landscape in wide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>
              <a:off x="2921000" y="0"/>
              <a:ext cx="1905000" cy="2882900"/>
              <a:chOff x="0" y="0"/>
              <a:chExt cx="1905000" cy="2882900"/>
            </a:xfrm>
          </p:grpSpPr>
          <p:sp>
            <p:nvSpPr>
              <p:cNvPr name="AutoShape 11" id="11"/>
              <p:cNvSpPr/>
              <p:nvPr/>
            </p:nvSpPr>
            <p:spPr>
              <a:xfrm>
                <a:off x="0" y="0"/>
                <a:ext cx="1905000" cy="2540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12" id="12"/>
              <p:cNvGrpSpPr/>
              <p:nvPr/>
            </p:nvGrpSpPr>
            <p:grpSpPr>
              <a:xfrm>
                <a:off x="0" y="0"/>
                <a:ext cx="1905000" cy="2540000"/>
                <a:chOff x="0" y="0"/>
                <a:chExt cx="1905000" cy="2540000"/>
              </a:xfrm>
            </p:grpSpPr>
            <p:pic>
              <p:nvPicPr>
                <p:cNvPr name="Picture 13" id="13"/>
                <p:cNvPicPr>
                  <a:picLocks noChangeAspect="true"/>
                </p:cNvPicPr>
                <p:nvPr/>
              </p:nvPicPr>
              <p:blipFill>
                <a:blip r:embed="rId2"/>
                <a:srcRect l="26625" t="0" r="26625" b="0"/>
                <a:stretch>
                  <a:fillRect/>
                </a:stretch>
              </p:blipFill>
              <p:spPr>
                <a:xfrm>
                  <a:off x="0" y="0"/>
                  <a:ext cx="1905000" cy="2540000"/>
                </a:xfrm>
                <a:prstGeom prst="rect">
                  <a:avLst/>
                </a:prstGeom>
              </p:spPr>
            </p:pic>
          </p:grpSp>
          <p:sp>
            <p:nvSpPr>
              <p:cNvPr name="TextBox 14" id="14"/>
              <p:cNvSpPr txBox="true"/>
              <p:nvPr/>
            </p:nvSpPr>
            <p:spPr>
              <a:xfrm>
                <a:off x="25400" y="2641600"/>
                <a:ext cx="18542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Landscape in tall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>
              <a:off x="5207000" y="0"/>
              <a:ext cx="2540000" cy="2882900"/>
              <a:chOff x="0" y="0"/>
              <a:chExt cx="2540000" cy="2882900"/>
            </a:xfrm>
          </p:grpSpPr>
          <p:sp>
            <p:nvSpPr>
              <p:cNvPr name="AutoShape 16" id="16"/>
              <p:cNvSpPr/>
              <p:nvPr/>
            </p:nvSpPr>
            <p:spPr>
              <a:xfrm>
                <a:off x="0" y="0"/>
                <a:ext cx="2540000" cy="2540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17" id="17"/>
              <p:cNvGrpSpPr/>
              <p:nvPr/>
            </p:nvGrpSpPr>
            <p:grpSpPr>
              <a:xfrm>
                <a:off x="0" y="0"/>
                <a:ext cx="2540000" cy="2540000"/>
                <a:chOff x="0" y="0"/>
                <a:chExt cx="2540000" cy="2540000"/>
              </a:xfrm>
            </p:grpSpPr>
            <p:pic>
              <p:nvPicPr>
                <p:cNvPr name="Picture 18" id="18"/>
                <p:cNvPicPr>
                  <a:picLocks noChangeAspect="true"/>
                </p:cNvPicPr>
                <p:nvPr/>
              </p:nvPicPr>
              <p:blipFill>
                <a:blip r:embed="rId3"/>
                <a:srcRect l="0" t="21374" r="0" b="21374"/>
                <a:stretch>
                  <a:fillRect/>
                </a:stretch>
              </p:blipFill>
              <p:spPr>
                <a:xfrm>
                  <a:off x="0" y="0"/>
                  <a:ext cx="2540000" cy="2540000"/>
                </a:xfrm>
                <a:prstGeom prst="rect">
                  <a:avLst/>
                </a:prstGeom>
              </p:spPr>
            </p:pic>
          </p:grpSp>
          <p:sp>
            <p:nvSpPr>
              <p:cNvPr name="TextBox 19" id="19"/>
              <p:cNvSpPr txBox="true"/>
              <p:nvPr/>
            </p:nvSpPr>
            <p:spPr>
              <a:xfrm>
                <a:off x="292100" y="2641600"/>
                <a:ext cx="1955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Portrait in square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>
              <a:off x="8128000" y="0"/>
              <a:ext cx="3175000" cy="2247900"/>
              <a:chOff x="0" y="0"/>
              <a:chExt cx="3175000" cy="2247900"/>
            </a:xfrm>
          </p:grpSpPr>
          <p:sp>
            <p:nvSpPr>
              <p:cNvPr name="AutoShape 21" id="21"/>
              <p:cNvSpPr/>
              <p:nvPr/>
            </p:nvSpPr>
            <p:spPr>
              <a:xfrm>
                <a:off x="0" y="0"/>
                <a:ext cx="3175000" cy="1905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22" id="22"/>
              <p:cNvGrpSpPr/>
              <p:nvPr/>
            </p:nvGrpSpPr>
            <p:grpSpPr>
              <a:xfrm>
                <a:off x="0" y="0"/>
                <a:ext cx="3175000" cy="1905000"/>
                <a:chOff x="0" y="0"/>
                <a:chExt cx="3175000" cy="1905000"/>
              </a:xfrm>
            </p:grpSpPr>
            <p:pic>
              <p:nvPicPr>
                <p:cNvPr name="Picture 23" id="23"/>
                <p:cNvPicPr>
                  <a:picLocks noChangeAspect="true"/>
                </p:cNvPicPr>
                <p:nvPr/>
              </p:nvPicPr>
              <p:blipFill>
                <a:blip r:embed="rId3"/>
                <a:srcRect l="0" t="32824" r="0" b="32824"/>
                <a:stretch>
                  <a:fillRect/>
                </a:stretch>
              </p:blipFill>
              <p:spPr>
                <a:xfrm>
                  <a:off x="0" y="0"/>
                  <a:ext cx="3175000" cy="1905000"/>
                </a:xfrm>
                <a:prstGeom prst="rect">
                  <a:avLst/>
                </a:prstGeom>
              </p:spPr>
            </p:pic>
          </p:grpSp>
          <p:sp>
            <p:nvSpPr>
              <p:cNvPr name="TextBox 24" id="24"/>
              <p:cNvSpPr txBox="true"/>
              <p:nvPr/>
            </p:nvSpPr>
            <p:spPr>
              <a:xfrm>
                <a:off x="723900" y="2006600"/>
                <a:ext cx="17272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Portrait in wide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object-fit: none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57300"/>
            <a:ext cx="8128000" cy="2921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600">
                <a:solidFill>
                  <a:srgbClr val="888888"/>
                </a:solidFill>
                <a:latin typeface="Microsoft YaHei"/>
              </a:rPr>
              <a:t>Image at natural size, centered (may overflow)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508000" y="1803400"/>
            <a:ext cx="8128000" cy="2247900"/>
            <a:chOff x="0" y="0"/>
            <a:chExt cx="8128000" cy="2247900"/>
          </a:xfrm>
        </p:grpSpPr>
        <p:grpSp>
          <p:nvGrpSpPr>
            <p:cNvPr name="Group 5" id="5"/>
            <p:cNvGrpSpPr/>
            <p:nvPr/>
          </p:nvGrpSpPr>
          <p:grpSpPr>
            <a:xfrm>
              <a:off x="0" y="0"/>
              <a:ext cx="2540000" cy="2247900"/>
              <a:chOff x="0" y="0"/>
              <a:chExt cx="2540000" cy="2247900"/>
            </a:xfrm>
          </p:grpSpPr>
          <p:sp>
            <p:nvSpPr>
              <p:cNvPr name="AutoShape 6" id="6"/>
              <p:cNvSpPr/>
              <p:nvPr/>
            </p:nvSpPr>
            <p:spPr>
              <a:xfrm>
                <a:off x="0" y="0"/>
                <a:ext cx="2540000" cy="1905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0"/>
                <a:ext cx="2540000" cy="1905000"/>
                <a:chOff x="0" y="0"/>
                <a:chExt cx="2540000" cy="1905000"/>
              </a:xfrm>
            </p:grpSpPr>
            <p:pic>
              <p:nvPicPr>
                <p:cNvPr name="Picture 8" id="8"/>
                <p:cNvPicPr>
                  <a:picLocks noChangeAspect="true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035050" y="717550"/>
                  <a:ext cx="469900" cy="469900"/>
                </a:xfrm>
                <a:prstGeom prst="rect">
                  <a:avLst/>
                </a:prstGeom>
              </p:spPr>
            </p:pic>
          </p:grpSp>
          <p:sp>
            <p:nvSpPr>
              <p:cNvPr name="TextBox 9" id="9"/>
              <p:cNvSpPr txBox="true"/>
              <p:nvPr/>
            </p:nvSpPr>
            <p:spPr>
              <a:xfrm>
                <a:off x="673100" y="2006600"/>
                <a:ext cx="1193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Small image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>
              <a:off x="2921000" y="0"/>
              <a:ext cx="2540000" cy="2247900"/>
              <a:chOff x="0" y="0"/>
              <a:chExt cx="2540000" cy="2247900"/>
            </a:xfrm>
          </p:grpSpPr>
          <p:sp>
            <p:nvSpPr>
              <p:cNvPr name="AutoShape 11" id="11"/>
              <p:cNvSpPr/>
              <p:nvPr/>
            </p:nvSpPr>
            <p:spPr>
              <a:xfrm>
                <a:off x="0" y="0"/>
                <a:ext cx="2540000" cy="1905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12" id="12"/>
              <p:cNvGrpSpPr/>
              <p:nvPr/>
            </p:nvGrpSpPr>
            <p:grpSpPr>
              <a:xfrm>
                <a:off x="0" y="0"/>
                <a:ext cx="2540000" cy="1905000"/>
                <a:chOff x="0" y="0"/>
                <a:chExt cx="2540000" cy="1905000"/>
              </a:xfrm>
            </p:grpSpPr>
            <p:pic>
              <p:nvPicPr>
                <p:cNvPr name="Picture 13" id="13"/>
                <p:cNvPicPr>
                  <a:picLocks noChangeAspect="true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-635000" y="-234950"/>
                  <a:ext cx="3810000" cy="2374900"/>
                </a:xfrm>
                <a:prstGeom prst="rect">
                  <a:avLst/>
                </a:prstGeom>
              </p:spPr>
            </p:pic>
          </p:grpSp>
          <p:sp>
            <p:nvSpPr>
              <p:cNvPr name="TextBox 14" id="14"/>
              <p:cNvSpPr txBox="true"/>
              <p:nvPr/>
            </p:nvSpPr>
            <p:spPr>
              <a:xfrm>
                <a:off x="76200" y="2006600"/>
                <a:ext cx="23876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Large image (centered)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object-fit: scale-down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57300"/>
            <a:ext cx="8128000" cy="2921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600">
                <a:solidFill>
                  <a:srgbClr val="888888"/>
                </a:solidFill>
                <a:latin typeface="Microsoft YaHei"/>
              </a:rPr>
              <a:t>Like contain but never enlarges image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508000" y="1803400"/>
            <a:ext cx="8128000" cy="4152900"/>
            <a:chOff x="0" y="0"/>
            <a:chExt cx="8128000" cy="4152900"/>
          </a:xfrm>
        </p:grpSpPr>
        <p:grpSp>
          <p:nvGrpSpPr>
            <p:cNvPr name="Group 5" id="5"/>
            <p:cNvGrpSpPr/>
            <p:nvPr/>
          </p:nvGrpSpPr>
          <p:grpSpPr>
            <a:xfrm>
              <a:off x="0" y="0"/>
              <a:ext cx="2540000" cy="2247900"/>
              <a:chOff x="0" y="0"/>
              <a:chExt cx="2540000" cy="2247900"/>
            </a:xfrm>
          </p:grpSpPr>
          <p:sp>
            <p:nvSpPr>
              <p:cNvPr name="AutoShape 6" id="6"/>
              <p:cNvSpPr/>
              <p:nvPr/>
            </p:nvSpPr>
            <p:spPr>
              <a:xfrm>
                <a:off x="0" y="0"/>
                <a:ext cx="2540000" cy="1905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0"/>
                <a:ext cx="2540000" cy="1905000"/>
                <a:chOff x="0" y="0"/>
                <a:chExt cx="2540000" cy="1905000"/>
              </a:xfrm>
            </p:grpSpPr>
            <p:pic>
              <p:nvPicPr>
                <p:cNvPr name="Picture 8" id="8"/>
                <p:cNvPicPr>
                  <a:picLocks noChangeAspect="true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035050" y="717550"/>
                  <a:ext cx="469900" cy="469900"/>
                </a:xfrm>
                <a:prstGeom prst="rect">
                  <a:avLst/>
                </a:prstGeom>
              </p:spPr>
            </p:pic>
          </p:grpSp>
          <p:sp>
            <p:nvSpPr>
              <p:cNvPr name="TextBox 9" id="9"/>
              <p:cNvSpPr txBox="true"/>
              <p:nvPr/>
            </p:nvSpPr>
            <p:spPr>
              <a:xfrm>
                <a:off x="342900" y="2006600"/>
                <a:ext cx="18542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Small stays small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>
              <a:off x="2921000" y="0"/>
              <a:ext cx="2540000" cy="2247900"/>
              <a:chOff x="0" y="0"/>
              <a:chExt cx="2540000" cy="2247900"/>
            </a:xfrm>
          </p:grpSpPr>
          <p:sp>
            <p:nvSpPr>
              <p:cNvPr name="AutoShape 11" id="11"/>
              <p:cNvSpPr/>
              <p:nvPr/>
            </p:nvSpPr>
            <p:spPr>
              <a:xfrm>
                <a:off x="0" y="0"/>
                <a:ext cx="2540000" cy="1905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12" id="12"/>
              <p:cNvGrpSpPr/>
              <p:nvPr/>
            </p:nvGrpSpPr>
            <p:grpSpPr>
              <a:xfrm>
                <a:off x="0" y="0"/>
                <a:ext cx="2540000" cy="1905000"/>
                <a:chOff x="0" y="0"/>
                <a:chExt cx="2540000" cy="1905000"/>
              </a:xfrm>
            </p:grpSpPr>
            <p:pic>
              <p:nvPicPr>
                <p:cNvPr name="Picture 13" id="13"/>
                <p:cNvPicPr>
                  <a:picLocks noChangeAspect="true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160867"/>
                  <a:ext cx="2540000" cy="1583267"/>
                </a:xfrm>
                <a:prstGeom prst="rect">
                  <a:avLst/>
                </a:prstGeom>
              </p:spPr>
            </p:pic>
          </p:grpSp>
          <p:sp>
            <p:nvSpPr>
              <p:cNvPr name="TextBox 14" id="14"/>
              <p:cNvSpPr txBox="true"/>
              <p:nvPr/>
            </p:nvSpPr>
            <p:spPr>
              <a:xfrm>
                <a:off x="342900" y="2006600"/>
                <a:ext cx="18542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Large scales down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>
              <a:off x="5842000" y="0"/>
              <a:ext cx="5080000" cy="4152900"/>
              <a:chOff x="0" y="0"/>
              <a:chExt cx="5080000" cy="4152900"/>
            </a:xfrm>
          </p:grpSpPr>
          <p:sp>
            <p:nvSpPr>
              <p:cNvPr name="AutoShape 16" id="16"/>
              <p:cNvSpPr/>
              <p:nvPr/>
            </p:nvSpPr>
            <p:spPr>
              <a:xfrm>
                <a:off x="0" y="0"/>
                <a:ext cx="5080000" cy="3810000"/>
              </a:xfrm>
              <a:prstGeom prst="rect">
                <a:avLst/>
              </a:prstGeom>
              <a:solidFill>
                <a:srgbClr val="F0F0F0"/>
              </a:solidFill>
              <a:ln w="25400">
                <a:solidFill>
                  <a:srgbClr val="CCCCCC"/>
                </a:solidFill>
              </a:ln>
            </p:spPr>
          </p:sp>
          <p:grpSp>
            <p:nvGrpSpPr>
              <p:cNvPr name="Group 17" id="17"/>
              <p:cNvGrpSpPr/>
              <p:nvPr/>
            </p:nvGrpSpPr>
            <p:grpSpPr>
              <a:xfrm>
                <a:off x="0" y="0"/>
                <a:ext cx="5080000" cy="3810000"/>
                <a:chOff x="0" y="0"/>
                <a:chExt cx="5080000" cy="3810000"/>
              </a:xfrm>
            </p:grpSpPr>
            <p:pic>
              <p:nvPicPr>
                <p:cNvPr name="Picture 18" id="18"/>
                <p:cNvPicPr>
                  <a:picLocks noChangeAspect="true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5000" y="717550"/>
                  <a:ext cx="3810000" cy="2374900"/>
                </a:xfrm>
                <a:prstGeom prst="rect">
                  <a:avLst/>
                </a:prstGeom>
              </p:spPr>
            </p:pic>
          </p:grpSp>
          <p:sp>
            <p:nvSpPr>
              <p:cNvPr name="TextBox 19" id="19"/>
              <p:cNvSpPr txBox="true"/>
              <p:nvPr/>
            </p:nvSpPr>
            <p:spPr>
              <a:xfrm>
                <a:off x="1612900" y="3911600"/>
                <a:ext cx="18542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666666"/>
                    </a:solidFill>
                    <a:latin typeface="Microsoft YaHei"/>
                  </a:rPr>
                  <a:t>Large scales down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