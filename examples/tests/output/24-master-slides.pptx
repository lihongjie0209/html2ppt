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Welcome to HTML2PPT</a:t>
            </a:r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Create PowerPoint from HTML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Features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HTML + CSS syntax</a:t>
            </a:r>
          </a:p>
          <a:p>
            <a:r>
              <a:rPr lang="en-US"/>
              <a:t>Flexbox layout</a:t>
            </a:r>
          </a:p>
          <a:p>
            <a:r>
              <a:rPr lang="en-US"/>
              <a:t>Master slide templates</a:t>
            </a:r>
          </a:p>
          <a:p>
            <a:r>
              <a:rPr lang="en-US"/>
              <a:t>Speaker notes support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Getting Started</a:t>
            </a:r>
          </a:p>
        </p:txBody>
      </p:sp>
      <p:sp xmlns:r="http://schemas.openxmlformats.org/officeDocument/2006/relationships"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Installation and Basic Usage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508000" y="508000"/>
            <a:ext cx="8128000" cy="4127500"/>
            <a:chOff x="0" y="0"/>
            <a:chExt cx="8128000" cy="4127500"/>
          </a:xfrm>
        </p:grpSpPr>
        <p:grpSp>
          <p:nvGrpSpPr>
            <p:cNvPr name="Group 3" id="3"/>
            <p:cNvGrpSpPr/>
            <p:nvPr/>
          </p:nvGrpSpPr>
          <p:grpSpPr>
            <a:xfrm>
              <a:off x="2019300" y="1422400"/>
              <a:ext cx="4089400" cy="1282700"/>
              <a:chOff x="0" y="0"/>
              <a:chExt cx="4089400" cy="1282700"/>
            </a:xfrm>
          </p:grpSpPr>
          <p:sp>
            <p:nvSpPr>
              <p:cNvPr name="TextBox 4" id="4"/>
              <p:cNvSpPr txBox="true"/>
              <p:nvPr/>
            </p:nvSpPr>
            <p:spPr>
              <a:xfrm>
                <a:off x="0" y="0"/>
                <a:ext cx="4089400" cy="863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true" i="false" u="none" sz="4800">
                    <a:solidFill>
                      <a:srgbClr val="E94560"/>
                    </a:solidFill>
                    <a:latin typeface="Microsoft YaHei"/>
                  </a:rPr>
                  <a:t>Thank You!</a:t>
                </a:r>
              </a:p>
            </p:txBody>
          </p:sp>
          <p:sp>
            <p:nvSpPr>
              <p:cNvPr name="TextBox 5" id="5"/>
              <p:cNvSpPr txBox="true"/>
              <p:nvPr/>
            </p:nvSpPr>
            <p:spPr>
              <a:xfrm>
                <a:off x="0" y="850900"/>
                <a:ext cx="4089400" cy="4318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pPr algn="ctr"/>
                <a:r>
                  <a:rPr lang="en-US" b="false" i="false" u="none" sz="2400">
                    <a:solidFill>
                      <a:srgbClr val="FFFFFF"/>
                    </a:solidFill>
                    <a:latin typeface="Microsoft YaHei"/>
                  </a:rPr>
                  <a:t>Questions?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HTML2PPT</dc:creator>
  <dcterms:modified xsi:type="dcterms:W3CDTF">2011-08-01T06:04:30Z</dcterms:modified>
  <cp:revision>1</cp:revision>
  <dc:title>Master Slides Demo</dc:title>
</cp:coreProperties>
</file>